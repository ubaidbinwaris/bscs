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6" r:id="rId2"/>
  </p:sldMasterIdLst>
  <p:notesMasterIdLst>
    <p:notesMasterId r:id="rId32"/>
  </p:notesMasterIdLst>
  <p:handoutMasterIdLst>
    <p:handoutMasterId r:id="rId33"/>
  </p:handoutMasterIdLst>
  <p:sldIdLst>
    <p:sldId id="256" r:id="rId3"/>
    <p:sldId id="306" r:id="rId4"/>
    <p:sldId id="314" r:id="rId5"/>
    <p:sldId id="315" r:id="rId6"/>
    <p:sldId id="271" r:id="rId7"/>
    <p:sldId id="310" r:id="rId8"/>
    <p:sldId id="311" r:id="rId9"/>
    <p:sldId id="301" r:id="rId10"/>
    <p:sldId id="274" r:id="rId11"/>
    <p:sldId id="276" r:id="rId12"/>
    <p:sldId id="277" r:id="rId13"/>
    <p:sldId id="278" r:id="rId14"/>
    <p:sldId id="317" r:id="rId15"/>
    <p:sldId id="279" r:id="rId16"/>
    <p:sldId id="316" r:id="rId17"/>
    <p:sldId id="280" r:id="rId18"/>
    <p:sldId id="281" r:id="rId19"/>
    <p:sldId id="288" r:id="rId20"/>
    <p:sldId id="302" r:id="rId21"/>
    <p:sldId id="303" r:id="rId22"/>
    <p:sldId id="304" r:id="rId23"/>
    <p:sldId id="292" r:id="rId24"/>
    <p:sldId id="293" r:id="rId25"/>
    <p:sldId id="294" r:id="rId26"/>
    <p:sldId id="299" r:id="rId27"/>
    <p:sldId id="300" r:id="rId28"/>
    <p:sldId id="283" r:id="rId29"/>
    <p:sldId id="284" r:id="rId30"/>
    <p:sldId id="286" r:id="rId31"/>
  </p:sldIdLst>
  <p:sldSz cx="9144000" cy="6858000" type="screen4x3"/>
  <p:notesSz cx="9296400" cy="688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76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691" autoAdjust="0"/>
  </p:normalViewPr>
  <p:slideViewPr>
    <p:cSldViewPr>
      <p:cViewPr varScale="1">
        <p:scale>
          <a:sx n="50" d="100"/>
          <a:sy n="50" d="100"/>
        </p:scale>
        <p:origin x="1740" y="48"/>
      </p:cViewPr>
      <p:guideLst>
        <p:guide orient="horz" pos="2160"/>
        <p:guide pos="2880"/>
      </p:guideLst>
    </p:cSldViewPr>
  </p:slideViewPr>
  <p:notesTextViewPr>
    <p:cViewPr>
      <p:scale>
        <a:sx n="1" d="1"/>
        <a:sy n="1" d="1"/>
      </p:scale>
      <p:origin x="0" y="0"/>
    </p:cViewPr>
  </p:notesTextViewPr>
  <p:sorterViewPr>
    <p:cViewPr>
      <p:scale>
        <a:sx n="100" d="100"/>
        <a:sy n="100" d="100"/>
      </p:scale>
      <p:origin x="0" y="-40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45286"/>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45286"/>
          </a:xfrm>
          <a:prstGeom prst="rect">
            <a:avLst/>
          </a:prstGeom>
        </p:spPr>
        <p:txBody>
          <a:bodyPr vert="horz" lIns="92446" tIns="46223" rIns="92446" bIns="46223" rtlCol="0"/>
          <a:lstStyle>
            <a:lvl1pPr algn="r">
              <a:defRPr sz="1200"/>
            </a:lvl1pPr>
          </a:lstStyle>
          <a:p>
            <a:fld id="{33C38EE0-0AFA-4009-AD86-79C44086AEB1}" type="datetimeFigureOut">
              <a:rPr lang="en-US" smtClean="0"/>
              <a:t>25-Sep-25</a:t>
            </a:fld>
            <a:endParaRPr lang="en-US"/>
          </a:p>
        </p:txBody>
      </p:sp>
      <p:sp>
        <p:nvSpPr>
          <p:cNvPr id="4" name="Footer Placeholder 3"/>
          <p:cNvSpPr>
            <a:spLocks noGrp="1"/>
          </p:cNvSpPr>
          <p:nvPr>
            <p:ph type="ftr" sz="quarter" idx="2"/>
          </p:nvPr>
        </p:nvSpPr>
        <p:spPr>
          <a:xfrm>
            <a:off x="0" y="6536528"/>
            <a:ext cx="4028440" cy="345285"/>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536528"/>
            <a:ext cx="4028440" cy="345285"/>
          </a:xfrm>
          <a:prstGeom prst="rect">
            <a:avLst/>
          </a:prstGeom>
        </p:spPr>
        <p:txBody>
          <a:bodyPr vert="horz" lIns="92446" tIns="46223" rIns="92446" bIns="46223" rtlCol="0" anchor="b"/>
          <a:lstStyle>
            <a:lvl1pPr algn="r">
              <a:defRPr sz="1200"/>
            </a:lvl1pPr>
          </a:lstStyle>
          <a:p>
            <a:fld id="{F349CE5B-883A-4938-ACFE-B98BEA75B234}" type="slidenum">
              <a:rPr lang="en-US" smtClean="0"/>
              <a:t>‹#›</a:t>
            </a:fld>
            <a:endParaRPr lang="en-US"/>
          </a:p>
        </p:txBody>
      </p:sp>
    </p:spTree>
    <p:extLst>
      <p:ext uri="{BB962C8B-B14F-4D97-AF65-F5344CB8AC3E}">
        <p14:creationId xmlns:p14="http://schemas.microsoft.com/office/powerpoint/2010/main" val="3208120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44091"/>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5265809" y="0"/>
            <a:ext cx="4028440" cy="344091"/>
          </a:xfrm>
          <a:prstGeom prst="rect">
            <a:avLst/>
          </a:prstGeom>
        </p:spPr>
        <p:txBody>
          <a:bodyPr vert="horz" lIns="92446" tIns="46223" rIns="92446" bIns="46223" rtlCol="0"/>
          <a:lstStyle>
            <a:lvl1pPr algn="r">
              <a:defRPr sz="1200"/>
            </a:lvl1pPr>
          </a:lstStyle>
          <a:p>
            <a:fld id="{72B3B759-2C63-468F-8D4E-F44D9A92D92F}" type="datetimeFigureOut">
              <a:rPr lang="en-US" smtClean="0"/>
              <a:t>25-Sep-25</a:t>
            </a:fld>
            <a:endParaRPr lang="en-US"/>
          </a:p>
        </p:txBody>
      </p:sp>
      <p:sp>
        <p:nvSpPr>
          <p:cNvPr id="4" name="Slide Image Placeholder 3"/>
          <p:cNvSpPr>
            <a:spLocks noGrp="1" noRot="1" noChangeAspect="1"/>
          </p:cNvSpPr>
          <p:nvPr>
            <p:ph type="sldImg" idx="2"/>
          </p:nvPr>
        </p:nvSpPr>
        <p:spPr>
          <a:xfrm>
            <a:off x="2927350" y="515938"/>
            <a:ext cx="3441700" cy="2581275"/>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929640" y="3268861"/>
            <a:ext cx="7437120" cy="3096816"/>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36528"/>
            <a:ext cx="4028440" cy="344091"/>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536528"/>
            <a:ext cx="4028440" cy="344091"/>
          </a:xfrm>
          <a:prstGeom prst="rect">
            <a:avLst/>
          </a:prstGeom>
        </p:spPr>
        <p:txBody>
          <a:bodyPr vert="horz" lIns="92446" tIns="46223" rIns="92446" bIns="46223" rtlCol="0" anchor="b"/>
          <a:lstStyle>
            <a:lvl1pPr algn="r">
              <a:defRPr sz="1200"/>
            </a:lvl1pPr>
          </a:lstStyle>
          <a:p>
            <a:fld id="{9349FF08-FF76-4533-AFD1-03448A6ADE0A}" type="slidenum">
              <a:rPr lang="en-US" smtClean="0"/>
              <a:t>‹#›</a:t>
            </a:fld>
            <a:endParaRPr lang="en-US"/>
          </a:p>
        </p:txBody>
      </p:sp>
    </p:spTree>
    <p:extLst>
      <p:ext uri="{BB962C8B-B14F-4D97-AF65-F5344CB8AC3E}">
        <p14:creationId xmlns:p14="http://schemas.microsoft.com/office/powerpoint/2010/main" val="2686719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2229">
              <a:defRPr/>
            </a:pPr>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1</a:t>
            </a:fld>
            <a:endParaRPr lang="en-US"/>
          </a:p>
        </p:txBody>
      </p:sp>
    </p:spTree>
    <p:extLst>
      <p:ext uri="{BB962C8B-B14F-4D97-AF65-F5344CB8AC3E}">
        <p14:creationId xmlns:p14="http://schemas.microsoft.com/office/powerpoint/2010/main" val="1041219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5</a:t>
            </a:fld>
            <a:endParaRPr lang="en-US"/>
          </a:p>
        </p:txBody>
      </p:sp>
    </p:spTree>
    <p:extLst>
      <p:ext uri="{BB962C8B-B14F-4D97-AF65-F5344CB8AC3E}">
        <p14:creationId xmlns:p14="http://schemas.microsoft.com/office/powerpoint/2010/main" val="498891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Top-Down (Predicting Behavior):</a:t>
            </a:r>
            <a:r>
              <a:rPr lang="en-US" sz="1200" b="0" i="0" kern="1200" dirty="0" smtClean="0">
                <a:solidFill>
                  <a:schemeClr val="tx1"/>
                </a:solidFill>
                <a:effectLst/>
                <a:latin typeface="+mn-lt"/>
                <a:ea typeface="+mn-ea"/>
                <a:cs typeface="+mn-cs"/>
              </a:rPr>
              <a:t> This is like being a detective. You watch how people act and behave (e.g., how they solve a puzzle), and you test your theory to see if it can predict that same behavior. It's "top-down" because you start with the visible outcome (behavior) and work your way down to the hidden cause (the mental process).</a:t>
            </a:r>
          </a:p>
          <a:p>
            <a:r>
              <a:rPr lang="en-US" sz="1200" b="1" i="0" kern="1200" dirty="0" smtClean="0">
                <a:solidFill>
                  <a:schemeClr val="tx1"/>
                </a:solidFill>
                <a:effectLst/>
                <a:latin typeface="+mn-lt"/>
                <a:ea typeface="+mn-ea"/>
                <a:cs typeface="+mn-cs"/>
              </a:rPr>
              <a:t>Bottom-Up (Looking at the Brain):</a:t>
            </a:r>
            <a:r>
              <a:rPr lang="en-US" sz="1200" b="0" i="0" kern="1200" dirty="0" smtClean="0">
                <a:solidFill>
                  <a:schemeClr val="tx1"/>
                </a:solidFill>
                <a:effectLst/>
                <a:latin typeface="+mn-lt"/>
                <a:ea typeface="+mn-ea"/>
                <a:cs typeface="+mn-cs"/>
              </a:rPr>
              <a:t> This is like being a mechanic. You open the hood and look directly at the brain's wiring (the neurons and biology) to figure out how it works. You then build your theory from that physical data. It's "bottom-up" because you start with the basic components (brain cells) and build up to understand complex thought.</a:t>
            </a:r>
            <a:r>
              <a:rPr lang="en-US" dirty="0" smtClean="0"/>
              <a:t/>
            </a:r>
            <a:br>
              <a:rPr lang="en-US" dirty="0" smtClean="0"/>
            </a:br>
            <a:endParaRPr lang="en-US" dirty="0" smtClean="0"/>
          </a:p>
          <a:p>
            <a:r>
              <a:rPr lang="en-US" sz="1200" b="0" i="0" kern="1200" dirty="0" smtClean="0">
                <a:solidFill>
                  <a:schemeClr val="tx1"/>
                </a:solidFill>
                <a:effectLst/>
                <a:latin typeface="+mn-lt"/>
                <a:ea typeface="+mn-ea"/>
                <a:cs typeface="+mn-cs"/>
              </a:rPr>
              <a:t>Imagine you're trying to figure out how a magic trick works.</a:t>
            </a:r>
          </a:p>
          <a:p>
            <a:r>
              <a:rPr lang="en-US" sz="1200" b="1" i="0" kern="1200" dirty="0" smtClean="0">
                <a:solidFill>
                  <a:schemeClr val="tx1"/>
                </a:solidFill>
                <a:effectLst/>
                <a:latin typeface="+mn-lt"/>
                <a:ea typeface="+mn-ea"/>
                <a:cs typeface="+mn-cs"/>
              </a:rPr>
              <a:t>Top-Down:</a:t>
            </a:r>
            <a:r>
              <a:rPr lang="en-US" sz="1200" b="0" i="0" kern="1200" dirty="0" smtClean="0">
                <a:solidFill>
                  <a:schemeClr val="tx1"/>
                </a:solidFill>
                <a:effectLst/>
                <a:latin typeface="+mn-lt"/>
                <a:ea typeface="+mn-ea"/>
                <a:cs typeface="+mn-cs"/>
              </a:rPr>
              <a:t> You watch the magician's show over and over, noting what you see and trying to guess the method based on the final trick.</a:t>
            </a:r>
          </a:p>
          <a:p>
            <a:r>
              <a:rPr lang="en-US" sz="1200" b="1" i="0" kern="1200" dirty="0" smtClean="0">
                <a:solidFill>
                  <a:schemeClr val="tx1"/>
                </a:solidFill>
                <a:effectLst/>
                <a:latin typeface="+mn-lt"/>
                <a:ea typeface="+mn-ea"/>
                <a:cs typeface="+mn-cs"/>
              </a:rPr>
              <a:t>Bottom-Up:</a:t>
            </a:r>
            <a:r>
              <a:rPr lang="en-US" sz="1200" b="0" i="0" kern="1200" dirty="0" smtClean="0">
                <a:solidFill>
                  <a:schemeClr val="tx1"/>
                </a:solidFill>
                <a:effectLst/>
                <a:latin typeface="+mn-lt"/>
                <a:ea typeface="+mn-ea"/>
                <a:cs typeface="+mn-cs"/>
              </a:rPr>
              <a:t> You sneak backstage, look at all the props and hidden mirrors, and figure out the mechanism from the parts themselves.</a:t>
            </a:r>
          </a:p>
          <a:p>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12</a:t>
            </a:fld>
            <a:endParaRPr lang="en-US"/>
          </a:p>
        </p:txBody>
      </p:sp>
    </p:spTree>
    <p:extLst>
      <p:ext uri="{BB962C8B-B14F-4D97-AF65-F5344CB8AC3E}">
        <p14:creationId xmlns:p14="http://schemas.microsoft.com/office/powerpoint/2010/main" val="484481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Top-Down (Predicting Behavior):</a:t>
            </a:r>
            <a:r>
              <a:rPr lang="en-US" sz="1200" b="0" i="0" kern="1200" dirty="0" smtClean="0">
                <a:solidFill>
                  <a:schemeClr val="tx1"/>
                </a:solidFill>
                <a:effectLst/>
                <a:latin typeface="+mn-lt"/>
                <a:ea typeface="+mn-ea"/>
                <a:cs typeface="+mn-cs"/>
              </a:rPr>
              <a:t> This is like being a detective. You watch how people act and behave (e.g., how they solve a puzzle), and you test your theory to see if it can predict that same behavior. It's "top-down" because you start with the visible outcome (behavior) and work your way down to the hidden cause (the mental process).</a:t>
            </a:r>
          </a:p>
          <a:p>
            <a:r>
              <a:rPr lang="en-US" sz="1200" b="1" i="0" kern="1200" dirty="0" smtClean="0">
                <a:solidFill>
                  <a:schemeClr val="tx1"/>
                </a:solidFill>
                <a:effectLst/>
                <a:latin typeface="+mn-lt"/>
                <a:ea typeface="+mn-ea"/>
                <a:cs typeface="+mn-cs"/>
              </a:rPr>
              <a:t>Bottom-Up (Looking at the Brain):</a:t>
            </a:r>
            <a:r>
              <a:rPr lang="en-US" sz="1200" b="0" i="0" kern="1200" dirty="0" smtClean="0">
                <a:solidFill>
                  <a:schemeClr val="tx1"/>
                </a:solidFill>
                <a:effectLst/>
                <a:latin typeface="+mn-lt"/>
                <a:ea typeface="+mn-ea"/>
                <a:cs typeface="+mn-cs"/>
              </a:rPr>
              <a:t> This is like being a mechanic. You open the hood and look directly at the brain's wiring (the neurons and biology) to figure out how it works. You then build your theory from that physical data. It's "bottom-up" because you start with the basic components (brain cells) and build up to understand complex thought.</a:t>
            </a:r>
            <a:r>
              <a:rPr lang="en-US" dirty="0" smtClean="0"/>
              <a:t/>
            </a:r>
            <a:br>
              <a:rPr lang="en-US" dirty="0" smtClean="0"/>
            </a:br>
            <a:endParaRPr lang="en-US" dirty="0" smtClean="0"/>
          </a:p>
          <a:p>
            <a:r>
              <a:rPr lang="en-US" sz="1200" b="0" i="0" kern="1200" dirty="0" smtClean="0">
                <a:solidFill>
                  <a:schemeClr val="tx1"/>
                </a:solidFill>
                <a:effectLst/>
                <a:latin typeface="+mn-lt"/>
                <a:ea typeface="+mn-ea"/>
                <a:cs typeface="+mn-cs"/>
              </a:rPr>
              <a:t>Imagine you're trying to figure out how a magic trick works.</a:t>
            </a:r>
          </a:p>
          <a:p>
            <a:r>
              <a:rPr lang="en-US" sz="1200" b="1" i="0" kern="1200" dirty="0" smtClean="0">
                <a:solidFill>
                  <a:schemeClr val="tx1"/>
                </a:solidFill>
                <a:effectLst/>
                <a:latin typeface="+mn-lt"/>
                <a:ea typeface="+mn-ea"/>
                <a:cs typeface="+mn-cs"/>
              </a:rPr>
              <a:t>Top-Down:</a:t>
            </a:r>
            <a:r>
              <a:rPr lang="en-US" sz="1200" b="0" i="0" kern="1200" dirty="0" smtClean="0">
                <a:solidFill>
                  <a:schemeClr val="tx1"/>
                </a:solidFill>
                <a:effectLst/>
                <a:latin typeface="+mn-lt"/>
                <a:ea typeface="+mn-ea"/>
                <a:cs typeface="+mn-cs"/>
              </a:rPr>
              <a:t> You watch the magician's show over and over, noting what you see and trying to guess the method based on the final trick.</a:t>
            </a:r>
          </a:p>
          <a:p>
            <a:r>
              <a:rPr lang="en-US" sz="1200" b="1" i="0" kern="1200" dirty="0" smtClean="0">
                <a:solidFill>
                  <a:schemeClr val="tx1"/>
                </a:solidFill>
                <a:effectLst/>
                <a:latin typeface="+mn-lt"/>
                <a:ea typeface="+mn-ea"/>
                <a:cs typeface="+mn-cs"/>
              </a:rPr>
              <a:t>Bottom-Up:</a:t>
            </a:r>
            <a:r>
              <a:rPr lang="en-US" sz="1200" b="0" i="0" kern="1200" dirty="0" smtClean="0">
                <a:solidFill>
                  <a:schemeClr val="tx1"/>
                </a:solidFill>
                <a:effectLst/>
                <a:latin typeface="+mn-lt"/>
                <a:ea typeface="+mn-ea"/>
                <a:cs typeface="+mn-cs"/>
              </a:rPr>
              <a:t> You sneak backstage, look at all the props and hidden mirrors, and figure out the mechanism from the parts themselves.</a:t>
            </a:r>
          </a:p>
          <a:p>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13</a:t>
            </a:fld>
            <a:endParaRPr lang="en-US"/>
          </a:p>
        </p:txBody>
      </p:sp>
    </p:spTree>
    <p:extLst>
      <p:ext uri="{BB962C8B-B14F-4D97-AF65-F5344CB8AC3E}">
        <p14:creationId xmlns:p14="http://schemas.microsoft.com/office/powerpoint/2010/main" val="1549172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idea goes all the way back to the ancient Greek philosopher Aristotle. He asked: </a:t>
            </a:r>
            <a:r>
              <a:rPr lang="en-US" sz="1200" b="0" i="1" kern="1200" dirty="0" smtClean="0">
                <a:solidFill>
                  <a:schemeClr val="tx1"/>
                </a:solidFill>
                <a:effectLst/>
                <a:latin typeface="+mn-lt"/>
                <a:ea typeface="+mn-ea"/>
                <a:cs typeface="+mn-cs"/>
              </a:rPr>
              <a:t>"What are the rules for correct, logical thinking?"</a:t>
            </a:r>
            <a:r>
              <a:rPr lang="en-US" sz="1200" b="0" i="0" kern="1200" dirty="0" smtClean="0">
                <a:solidFill>
                  <a:schemeClr val="tx1"/>
                </a:solidFill>
                <a:effectLst/>
                <a:latin typeface="+mn-lt"/>
                <a:ea typeface="+mn-ea"/>
                <a:cs typeface="+mn-cs"/>
              </a:rPr>
              <a:t> He started figuring out the basic patterns that make an argument valid or true. This study of logic became a huge part of the foundation for AI.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 - </a:t>
            </a:r>
            <a:r>
              <a:rPr lang="en-US" sz="1200" b="1" i="0" kern="1200" dirty="0" smtClean="0">
                <a:solidFill>
                  <a:schemeClr val="tx1"/>
                </a:solidFill>
                <a:effectLst/>
                <a:latin typeface="+mn-lt"/>
                <a:ea typeface="+mn-ea"/>
                <a:cs typeface="+mn-cs"/>
              </a:rPr>
              <a:t>Not Everything is Logical:</a:t>
            </a:r>
            <a:r>
              <a:rPr lang="en-US" sz="1200" b="0" i="0" kern="1200" dirty="0" smtClean="0">
                <a:solidFill>
                  <a:schemeClr val="tx1"/>
                </a:solidFill>
                <a:effectLst/>
                <a:latin typeface="+mn-lt"/>
                <a:ea typeface="+mn-ea"/>
                <a:cs typeface="+mn-cs"/>
              </a:rPr>
              <a:t> A lot of intelligent behavior isn't based on cold, hard logic. For example, recognizing a friend's face, catching a ball, or making a quick decision in a crisis don't involve conscious logical step-by-step reasoning. They are faster, more intuitive, and often based on experience or senses—things that are hard to capture with pure logic.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It Lacks Purpose:</a:t>
            </a:r>
            <a:r>
              <a:rPr lang="en-US" sz="1200" b="0" i="0" kern="1200" dirty="0" smtClean="0">
                <a:solidFill>
                  <a:schemeClr val="tx1"/>
                </a:solidFill>
                <a:effectLst/>
                <a:latin typeface="+mn-lt"/>
                <a:ea typeface="+mn-ea"/>
                <a:cs typeface="+mn-cs"/>
              </a:rPr>
              <a:t> Logic can tell you </a:t>
            </a:r>
            <a:r>
              <a:rPr lang="en-US" sz="1200" b="0" i="1" kern="1200" dirty="0" smtClean="0">
                <a:solidFill>
                  <a:schemeClr val="tx1"/>
                </a:solidFill>
                <a:effectLst/>
                <a:latin typeface="+mn-lt"/>
                <a:ea typeface="+mn-ea"/>
                <a:cs typeface="+mn-cs"/>
              </a:rPr>
              <a:t>how</a:t>
            </a:r>
            <a:r>
              <a:rPr lang="en-US" sz="1200" b="0" i="0" kern="1200" dirty="0" smtClean="0">
                <a:solidFill>
                  <a:schemeClr val="tx1"/>
                </a:solidFill>
                <a:effectLst/>
                <a:latin typeface="+mn-lt"/>
                <a:ea typeface="+mn-ea"/>
                <a:cs typeface="+mn-cs"/>
              </a:rPr>
              <a:t> to think correctly, but it can't tell you </a:t>
            </a:r>
            <a:r>
              <a:rPr lang="en-US" sz="1200" b="0" i="1" kern="1200" dirty="0" smtClean="0">
                <a:solidFill>
                  <a:schemeClr val="tx1"/>
                </a:solidFill>
                <a:effectLst/>
                <a:latin typeface="+mn-lt"/>
                <a:ea typeface="+mn-ea"/>
                <a:cs typeface="+mn-cs"/>
              </a:rPr>
              <a:t>what</a:t>
            </a:r>
            <a:r>
              <a:rPr lang="en-US" sz="1200" b="0" i="0" kern="1200" dirty="0" smtClean="0">
                <a:solidFill>
                  <a:schemeClr val="tx1"/>
                </a:solidFill>
                <a:effectLst/>
                <a:latin typeface="+mn-lt"/>
                <a:ea typeface="+mn-ea"/>
                <a:cs typeface="+mn-cs"/>
              </a:rPr>
              <a:t> to think </a:t>
            </a:r>
            <a:r>
              <a:rPr lang="en-US" sz="1200" b="0" i="1" kern="1200" dirty="0" smtClean="0">
                <a:solidFill>
                  <a:schemeClr val="tx1"/>
                </a:solidFill>
                <a:effectLst/>
                <a:latin typeface="+mn-lt"/>
                <a:ea typeface="+mn-ea"/>
                <a:cs typeface="+mn-cs"/>
              </a:rPr>
              <a:t>about</a:t>
            </a:r>
            <a:r>
              <a:rPr lang="en-US" sz="1200" b="0" i="0" kern="1200" dirty="0" smtClean="0">
                <a:solidFill>
                  <a:schemeClr val="tx1"/>
                </a:solidFill>
                <a:effectLst/>
                <a:latin typeface="+mn-lt"/>
                <a:ea typeface="+mn-ea"/>
                <a:cs typeface="+mn-cs"/>
              </a:rPr>
              <a:t> or </a:t>
            </a:r>
            <a:r>
              <a:rPr lang="en-US" sz="1200" b="0" i="1" kern="1200" dirty="0" smtClean="0">
                <a:solidFill>
                  <a:schemeClr val="tx1"/>
                </a:solidFill>
                <a:effectLst/>
                <a:latin typeface="+mn-lt"/>
                <a:ea typeface="+mn-ea"/>
                <a:cs typeface="+mn-cs"/>
              </a:rPr>
              <a:t>why</a:t>
            </a:r>
            <a:r>
              <a:rPr lang="en-US" sz="1200" b="0" i="0" kern="1200" dirty="0" smtClean="0">
                <a:solidFill>
                  <a:schemeClr val="tx1"/>
                </a:solidFill>
                <a:effectLst/>
                <a:latin typeface="+mn-lt"/>
                <a:ea typeface="+mn-ea"/>
                <a:cs typeface="+mn-cs"/>
              </a:rPr>
              <a:t>. It doesn't define a goal. A logical machine might be able to prove a theorem perfectly, but it would have no reason to do so unless we gave it a purpose (like "solve this problem to help a human").</a:t>
            </a:r>
          </a:p>
          <a:p>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14</a:t>
            </a:fld>
            <a:endParaRPr lang="en-US"/>
          </a:p>
        </p:txBody>
      </p:sp>
    </p:spTree>
    <p:extLst>
      <p:ext uri="{BB962C8B-B14F-4D97-AF65-F5344CB8AC3E}">
        <p14:creationId xmlns:p14="http://schemas.microsoft.com/office/powerpoint/2010/main" val="4003873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This is saying that not every intelligent or rational action comes from deep, conscious reasoning.</a:t>
            </a:r>
          </a:p>
          <a:p>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If a dust particle flies toward your eye, you don't </a:t>
            </a:r>
            <a:r>
              <a:rPr lang="en-US" sz="1200" b="0" i="1" kern="1200" dirty="0" smtClean="0">
                <a:solidFill>
                  <a:schemeClr val="tx1"/>
                </a:solidFill>
                <a:effectLst/>
                <a:latin typeface="+mn-lt"/>
                <a:ea typeface="+mn-ea"/>
                <a:cs typeface="+mn-cs"/>
              </a:rPr>
              <a:t>think</a:t>
            </a:r>
            <a:r>
              <a:rPr lang="en-US" sz="1200" b="0" i="0" kern="120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"Hmm, a foreign object is approaching my cornea at 3.2 meters per second. Based on my knowledge of ocular safety, the optimal response is to close my eyelid within 200 milliseconds to protect the delicate surface..."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You just blink. It's an automatic, pre-programmed reflex. This reflex is </a:t>
            </a:r>
            <a:r>
              <a:rPr lang="en-US" sz="1200" b="1" i="0" kern="1200" dirty="0" smtClean="0">
                <a:solidFill>
                  <a:schemeClr val="tx1"/>
                </a:solidFill>
                <a:effectLst/>
                <a:latin typeface="+mn-lt"/>
                <a:ea typeface="+mn-ea"/>
                <a:cs typeface="+mn-cs"/>
              </a:rPr>
              <a:t>rational</a:t>
            </a:r>
            <a:r>
              <a:rPr lang="en-US" sz="1200" b="0" i="0" kern="1200" dirty="0" smtClean="0">
                <a:solidFill>
                  <a:schemeClr val="tx1"/>
                </a:solidFill>
                <a:effectLst/>
                <a:latin typeface="+mn-lt"/>
                <a:ea typeface="+mn-ea"/>
                <a:cs typeface="+mn-cs"/>
              </a:rPr>
              <a:t> because it achieves the best possible outcome (protecting your eye) without any conscious thought involved.</a:t>
            </a:r>
          </a:p>
          <a:p>
            <a:r>
              <a:rPr lang="en-US" sz="1200" b="1" i="0" kern="1200" dirty="0" smtClean="0">
                <a:solidFill>
                  <a:schemeClr val="tx1"/>
                </a:solidFill>
                <a:effectLst/>
                <a:latin typeface="+mn-lt"/>
                <a:ea typeface="+mn-ea"/>
                <a:cs typeface="+mn-cs"/>
              </a:rPr>
              <a:t>But thinking should be in the service of rational action"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This is the core idea. When we </a:t>
            </a:r>
            <a:r>
              <a:rPr lang="en-US" sz="1200" b="0" i="1" kern="1200" dirty="0" smtClean="0">
                <a:solidFill>
                  <a:schemeClr val="tx1"/>
                </a:solidFill>
                <a:effectLst/>
                <a:latin typeface="+mn-lt"/>
                <a:ea typeface="+mn-ea"/>
                <a:cs typeface="+mn-cs"/>
              </a:rPr>
              <a:t>do</a:t>
            </a:r>
            <a:r>
              <a:rPr lang="en-US" sz="1200" b="0" i="0" kern="1200" dirty="0" smtClean="0">
                <a:solidFill>
                  <a:schemeClr val="tx1"/>
                </a:solidFill>
                <a:effectLst/>
                <a:latin typeface="+mn-lt"/>
                <a:ea typeface="+mn-ea"/>
                <a:cs typeface="+mn-cs"/>
              </a:rPr>
              <a:t> think, the point of it is to guide our actions toward a good result.</a:t>
            </a:r>
          </a:p>
          <a:p>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Imagine you are planning a trip. You </a:t>
            </a:r>
            <a:r>
              <a:rPr lang="en-US" sz="1200" b="0" i="1" kern="1200" dirty="0" smtClean="0">
                <a:solidFill>
                  <a:schemeClr val="tx1"/>
                </a:solidFill>
                <a:effectLst/>
                <a:latin typeface="+mn-lt"/>
                <a:ea typeface="+mn-ea"/>
                <a:cs typeface="+mn-cs"/>
              </a:rPr>
              <a:t>think</a:t>
            </a:r>
            <a:r>
              <a:rPr lang="en-US" sz="1200" b="0" i="0" kern="1200" dirty="0" smtClean="0">
                <a:solidFill>
                  <a:schemeClr val="tx1"/>
                </a:solidFill>
                <a:effectLst/>
                <a:latin typeface="+mn-lt"/>
                <a:ea typeface="+mn-ea"/>
                <a:cs typeface="+mn-cs"/>
              </a:rPr>
              <a:t> about budgets, flight schedules, and weather forecasts. </a:t>
            </a:r>
            <a:r>
              <a:rPr lang="en-US" sz="1200" b="1" i="0" kern="1200" dirty="0" smtClean="0">
                <a:solidFill>
                  <a:schemeClr val="tx1"/>
                </a:solidFill>
                <a:effectLst/>
                <a:latin typeface="+mn-lt"/>
                <a:ea typeface="+mn-ea"/>
                <a:cs typeface="+mn-cs"/>
              </a:rPr>
              <a:t>Why?</a:t>
            </a:r>
            <a:r>
              <a:rPr lang="en-US" sz="1200" b="0" i="0" kern="1200" dirty="0" smtClean="0">
                <a:solidFill>
                  <a:schemeClr val="tx1"/>
                </a:solidFill>
                <a:effectLst/>
                <a:latin typeface="+mn-lt"/>
                <a:ea typeface="+mn-ea"/>
                <a:cs typeface="+mn-cs"/>
              </a:rPr>
              <a:t> So you can </a:t>
            </a:r>
            <a:r>
              <a:rPr lang="en-US" sz="1200" b="0" i="1" kern="1200" dirty="0" smtClean="0">
                <a:solidFill>
                  <a:schemeClr val="tx1"/>
                </a:solidFill>
                <a:effectLst/>
                <a:latin typeface="+mn-lt"/>
                <a:ea typeface="+mn-ea"/>
                <a:cs typeface="+mn-cs"/>
              </a:rPr>
              <a:t>act</a:t>
            </a:r>
            <a:r>
              <a:rPr lang="en-US" sz="1200" b="0" i="0" kern="1200" dirty="0" smtClean="0">
                <a:solidFill>
                  <a:schemeClr val="tx1"/>
                </a:solidFill>
                <a:effectLst/>
                <a:latin typeface="+mn-lt"/>
                <a:ea typeface="+mn-ea"/>
                <a:cs typeface="+mn-cs"/>
              </a:rPr>
              <a:t> rationally—book the right flight at the best price and pack the appropriate clothes. The thinking serves the action.</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16</a:t>
            </a:fld>
            <a:endParaRPr lang="en-US"/>
          </a:p>
        </p:txBody>
      </p:sp>
    </p:spTree>
    <p:extLst>
      <p:ext uri="{BB962C8B-B14F-4D97-AF65-F5344CB8AC3E}">
        <p14:creationId xmlns:p14="http://schemas.microsoft.com/office/powerpoint/2010/main" val="3337518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AI agents are special. They aren't just simple programs that run once. They are designed to:</a:t>
            </a:r>
          </a:p>
          <a:p>
            <a:pPr lvl="1"/>
            <a:r>
              <a:rPr lang="en-US" sz="1200" b="1" i="0" kern="1200" dirty="0" smtClean="0">
                <a:solidFill>
                  <a:schemeClr val="tx1"/>
                </a:solidFill>
                <a:effectLst/>
                <a:latin typeface="+mn-lt"/>
                <a:ea typeface="+mn-ea"/>
                <a:cs typeface="+mn-cs"/>
              </a:rPr>
              <a:t>Operate autonomously:</a:t>
            </a:r>
            <a:r>
              <a:rPr lang="en-US" sz="1200" b="0" i="0" kern="1200" dirty="0" smtClean="0">
                <a:solidFill>
                  <a:schemeClr val="tx1"/>
                </a:solidFill>
                <a:effectLst/>
                <a:latin typeface="+mn-lt"/>
                <a:ea typeface="+mn-ea"/>
                <a:cs typeface="+mn-cs"/>
              </a:rPr>
              <a:t> Work on their own without constant human control.</a:t>
            </a:r>
          </a:p>
          <a:p>
            <a:pPr lvl="1"/>
            <a:r>
              <a:rPr lang="en-US" sz="1200" b="1" i="0" kern="1200" dirty="0" smtClean="0">
                <a:solidFill>
                  <a:schemeClr val="tx1"/>
                </a:solidFill>
                <a:effectLst/>
                <a:latin typeface="+mn-lt"/>
                <a:ea typeface="+mn-ea"/>
                <a:cs typeface="+mn-cs"/>
              </a:rPr>
              <a:t>Perceive their environment:</a:t>
            </a:r>
            <a:r>
              <a:rPr lang="en-US" sz="1200" b="0" i="0" kern="1200" dirty="0" smtClean="0">
                <a:solidFill>
                  <a:schemeClr val="tx1"/>
                </a:solidFill>
                <a:effectLst/>
                <a:latin typeface="+mn-lt"/>
                <a:ea typeface="+mn-ea"/>
                <a:cs typeface="+mn-cs"/>
              </a:rPr>
              <a:t> Use sensors (like cameras or microphones) to understand the world around them.</a:t>
            </a:r>
          </a:p>
          <a:p>
            <a:pPr lvl="1"/>
            <a:r>
              <a:rPr lang="en-US" sz="1200" b="1" i="0" kern="1200" dirty="0" smtClean="0">
                <a:solidFill>
                  <a:schemeClr val="tx1"/>
                </a:solidFill>
                <a:effectLst/>
                <a:latin typeface="+mn-lt"/>
                <a:ea typeface="+mn-ea"/>
                <a:cs typeface="+mn-cs"/>
              </a:rPr>
              <a:t>Persist over time:</a:t>
            </a:r>
            <a:r>
              <a:rPr lang="en-US" sz="1200" b="0" i="0" kern="1200" dirty="0" smtClean="0">
                <a:solidFill>
                  <a:schemeClr val="tx1"/>
                </a:solidFill>
                <a:effectLst/>
                <a:latin typeface="+mn-lt"/>
                <a:ea typeface="+mn-ea"/>
                <a:cs typeface="+mn-cs"/>
              </a:rPr>
              <a:t> Keep running and learning, not just do one thing and stop.</a:t>
            </a:r>
          </a:p>
          <a:p>
            <a:pPr lvl="1"/>
            <a:r>
              <a:rPr lang="en-US" sz="1200" b="1" i="0" kern="1200" dirty="0" smtClean="0">
                <a:solidFill>
                  <a:schemeClr val="tx1"/>
                </a:solidFill>
                <a:effectLst/>
                <a:latin typeface="+mn-lt"/>
                <a:ea typeface="+mn-ea"/>
                <a:cs typeface="+mn-cs"/>
              </a:rPr>
              <a:t>Adapt to change:</a:t>
            </a:r>
            <a:r>
              <a:rPr lang="en-US" sz="1200" b="0" i="0" kern="1200" dirty="0" smtClean="0">
                <a:solidFill>
                  <a:schemeClr val="tx1"/>
                </a:solidFill>
                <a:effectLst/>
                <a:latin typeface="+mn-lt"/>
                <a:ea typeface="+mn-ea"/>
                <a:cs typeface="+mn-cs"/>
              </a:rPr>
              <a:t> Adjust their behavior if the environment changes.</a:t>
            </a:r>
          </a:p>
          <a:p>
            <a:pPr lvl="1"/>
            <a:r>
              <a:rPr lang="en-US" sz="1200" b="1" i="0" kern="1200" dirty="0" smtClean="0">
                <a:solidFill>
                  <a:schemeClr val="tx1"/>
                </a:solidFill>
                <a:effectLst/>
                <a:latin typeface="+mn-lt"/>
                <a:ea typeface="+mn-ea"/>
                <a:cs typeface="+mn-cs"/>
              </a:rPr>
              <a:t>Create and pursue goals:</a:t>
            </a:r>
            <a:r>
              <a:rPr lang="en-US" sz="1200" b="0" i="0" kern="1200" dirty="0" smtClean="0">
                <a:solidFill>
                  <a:schemeClr val="tx1"/>
                </a:solidFill>
                <a:effectLst/>
                <a:latin typeface="+mn-lt"/>
                <a:ea typeface="+mn-ea"/>
                <a:cs typeface="+mn-cs"/>
              </a:rPr>
              <a:t> Have an objective and take actions to achieve it.</a:t>
            </a:r>
          </a:p>
          <a:p>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17</a:t>
            </a:fld>
            <a:endParaRPr lang="en-US"/>
          </a:p>
        </p:txBody>
      </p:sp>
    </p:spTree>
    <p:extLst>
      <p:ext uri="{BB962C8B-B14F-4D97-AF65-F5344CB8AC3E}">
        <p14:creationId xmlns:p14="http://schemas.microsoft.com/office/powerpoint/2010/main" val="3915347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"Computational limitations make perfect rationality unachievable"</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To always choose the </a:t>
            </a:r>
            <a:r>
              <a:rPr lang="en-US" sz="1200" b="0" i="1" kern="1200" dirty="0" smtClean="0">
                <a:solidFill>
                  <a:schemeClr val="tx1"/>
                </a:solidFill>
                <a:effectLst/>
                <a:latin typeface="+mn-lt"/>
                <a:ea typeface="+mn-ea"/>
                <a:cs typeface="+mn-cs"/>
              </a:rPr>
              <a:t>absolute best</a:t>
            </a:r>
            <a:r>
              <a:rPr lang="en-US" sz="1200" b="0" i="0" kern="1200" dirty="0" smtClean="0">
                <a:solidFill>
                  <a:schemeClr val="tx1"/>
                </a:solidFill>
                <a:effectLst/>
                <a:latin typeface="+mn-lt"/>
                <a:ea typeface="+mn-ea"/>
                <a:cs typeface="+mn-cs"/>
              </a:rPr>
              <a:t> action, an agent would need infinite time and infinite computing power to consider every single possibility. This is impossible in the real world.</a:t>
            </a:r>
          </a:p>
          <a:p>
            <a:pPr lvl="1"/>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In chess, the number of possible moves is astronomically huge. A "perfectly rational" player would need to calculate every single game to its end before making the first move. This is computationally impossible. Even the best chess computers can't do this; they have to make smart approximations.</a:t>
            </a:r>
          </a:p>
          <a:p>
            <a:endParaRPr lang="en-US" dirty="0"/>
          </a:p>
        </p:txBody>
      </p:sp>
      <p:sp>
        <p:nvSpPr>
          <p:cNvPr id="4" name="Slide Number Placeholder 3"/>
          <p:cNvSpPr>
            <a:spLocks noGrp="1"/>
          </p:cNvSpPr>
          <p:nvPr>
            <p:ph type="sldNum" sz="quarter" idx="10"/>
          </p:nvPr>
        </p:nvSpPr>
        <p:spPr/>
        <p:txBody>
          <a:bodyPr/>
          <a:lstStyle/>
          <a:p>
            <a:fld id="{9349FF08-FF76-4533-AFD1-03448A6ADE0A}" type="slidenum">
              <a:rPr lang="en-US" smtClean="0"/>
              <a:t>18</a:t>
            </a:fld>
            <a:endParaRPr lang="en-US"/>
          </a:p>
        </p:txBody>
      </p:sp>
    </p:spTree>
    <p:extLst>
      <p:ext uri="{BB962C8B-B14F-4D97-AF65-F5344CB8AC3E}">
        <p14:creationId xmlns:p14="http://schemas.microsoft.com/office/powerpoint/2010/main" val="30408699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descr="TitleSlideOverlay.png"/>
          <p:cNvPicPr>
            <a:picLocks noChangeAspect="1"/>
          </p:cNvPicPr>
          <p:nvPr/>
        </p:nvPicPr>
        <p:blipFill>
          <a:blip r:embed="rId2"/>
          <a:stretch>
            <a:fillRect/>
          </a:stretch>
        </p:blipFill>
        <p:spPr>
          <a:xfrm>
            <a:off x="0" y="0"/>
            <a:ext cx="9144000" cy="6858000"/>
          </a:xfrm>
          <a:prstGeom prst="rect">
            <a:avLst/>
          </a:prstGeom>
          <a:ln>
            <a:noFill/>
          </a:ln>
        </p:spPr>
      </p:pic>
      <p:grpSp>
        <p:nvGrpSpPr>
          <p:cNvPr id="53" name="Group 52"/>
          <p:cNvGrpSpPr/>
          <p:nvPr/>
        </p:nvGrpSpPr>
        <p:grpSpPr>
          <a:xfrm>
            <a:off x="103644" y="1997845"/>
            <a:ext cx="9264100" cy="3669157"/>
            <a:chOff x="103644" y="1997845"/>
            <a:chExt cx="9264100" cy="3669157"/>
          </a:xfrm>
        </p:grpSpPr>
        <p:sp>
          <p:nvSpPr>
            <p:cNvPr id="21" name="Freeform 20"/>
            <p:cNvSpPr/>
            <p:nvPr/>
          </p:nvSpPr>
          <p:spPr>
            <a:xfrm rot="15669120">
              <a:off x="3703491" y="-842257"/>
              <a:ext cx="2064406" cy="9264100"/>
            </a:xfrm>
            <a:custGeom>
              <a:avLst/>
              <a:gdLst>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1503 w 2209695"/>
                <a:gd name="connsiteY10" fmla="*/ 8780893 h 9154402"/>
                <a:gd name="connsiteX11" fmla="*/ 0 w 2209695"/>
                <a:gd name="connsiteY11" fmla="*/ 1104848 h 9154402"/>
                <a:gd name="connsiteX12" fmla="*/ 323604 w 2209695"/>
                <a:gd name="connsiteY12" fmla="*/ 323603 h 9154402"/>
                <a:gd name="connsiteX13" fmla="*/ 1104850 w 2209695"/>
                <a:gd name="connsiteY13" fmla="*/ 2 h 9154402"/>
                <a:gd name="connsiteX14" fmla="*/ 1104848 w 2209695"/>
                <a:gd name="connsiteY14"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1503 w 2209695"/>
                <a:gd name="connsiteY9" fmla="*/ 8780893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1503 w 2209695"/>
                <a:gd name="connsiteY8" fmla="*/ 8780893 h 9154402"/>
                <a:gd name="connsiteX9" fmla="*/ 0 w 2209695"/>
                <a:gd name="connsiteY9" fmla="*/ 1104848 h 9154402"/>
                <a:gd name="connsiteX10" fmla="*/ 323604 w 2209695"/>
                <a:gd name="connsiteY10" fmla="*/ 323603 h 9154402"/>
                <a:gd name="connsiteX11" fmla="*/ 1104850 w 2209695"/>
                <a:gd name="connsiteY11" fmla="*/ 2 h 9154402"/>
                <a:gd name="connsiteX12" fmla="*/ 1104848 w 2209695"/>
                <a:gd name="connsiteY12" fmla="*/ 0 h 9154402"/>
                <a:gd name="connsiteX0" fmla="*/ 1144487 w 2249334"/>
                <a:gd name="connsiteY0" fmla="*/ 0 h 9154755"/>
                <a:gd name="connsiteX1" fmla="*/ 1144487 w 2249334"/>
                <a:gd name="connsiteY1" fmla="*/ 0 h 9154755"/>
                <a:gd name="connsiteX2" fmla="*/ 1925732 w 2249334"/>
                <a:gd name="connsiteY2" fmla="*/ 323604 h 9154755"/>
                <a:gd name="connsiteX3" fmla="*/ 2249333 w 2249334"/>
                <a:gd name="connsiteY3" fmla="*/ 1104850 h 9154755"/>
                <a:gd name="connsiteX4" fmla="*/ 2249334 w 2249334"/>
                <a:gd name="connsiteY4" fmla="*/ 9154402 h 9154755"/>
                <a:gd name="connsiteX5" fmla="*/ 2249334 w 2249334"/>
                <a:gd name="connsiteY5" fmla="*/ 9154402 h 9154755"/>
                <a:gd name="connsiteX6" fmla="*/ 2249334 w 2249334"/>
                <a:gd name="connsiteY6" fmla="*/ 9154402 h 9154755"/>
                <a:gd name="connsiteX7" fmla="*/ 0 w 2249334"/>
                <a:gd name="connsiteY7" fmla="*/ 9154755 h 9154755"/>
                <a:gd name="connsiteX8" fmla="*/ 41142 w 2249334"/>
                <a:gd name="connsiteY8" fmla="*/ 8780893 h 9154755"/>
                <a:gd name="connsiteX9" fmla="*/ 39639 w 2249334"/>
                <a:gd name="connsiteY9" fmla="*/ 1104848 h 9154755"/>
                <a:gd name="connsiteX10" fmla="*/ 363243 w 2249334"/>
                <a:gd name="connsiteY10" fmla="*/ 323603 h 9154755"/>
                <a:gd name="connsiteX11" fmla="*/ 1144489 w 2249334"/>
                <a:gd name="connsiteY11" fmla="*/ 2 h 9154755"/>
                <a:gd name="connsiteX12" fmla="*/ 1144487 w 2249334"/>
                <a:gd name="connsiteY12" fmla="*/ 0 h 9154755"/>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1503 w 2209695"/>
                <a:gd name="connsiteY7" fmla="*/ 8780893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37157 w 2209695"/>
                <a:gd name="connsiteY7" fmla="*/ 8792966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37157 w 2301135"/>
                <a:gd name="connsiteY0" fmla="*/ 8792966 h 9245842"/>
                <a:gd name="connsiteX1" fmla="*/ 0 w 2301135"/>
                <a:gd name="connsiteY1" fmla="*/ 1104848 h 9245842"/>
                <a:gd name="connsiteX2" fmla="*/ 323604 w 2301135"/>
                <a:gd name="connsiteY2" fmla="*/ 323603 h 9245842"/>
                <a:gd name="connsiteX3" fmla="*/ 1104850 w 2301135"/>
                <a:gd name="connsiteY3" fmla="*/ 2 h 9245842"/>
                <a:gd name="connsiteX4" fmla="*/ 1104848 w 2301135"/>
                <a:gd name="connsiteY4" fmla="*/ 0 h 9245842"/>
                <a:gd name="connsiteX5" fmla="*/ 1104848 w 2301135"/>
                <a:gd name="connsiteY5" fmla="*/ 0 h 9245842"/>
                <a:gd name="connsiteX6" fmla="*/ 1886093 w 2301135"/>
                <a:gd name="connsiteY6" fmla="*/ 323604 h 9245842"/>
                <a:gd name="connsiteX7" fmla="*/ 2209694 w 2301135"/>
                <a:gd name="connsiteY7" fmla="*/ 1104850 h 9245842"/>
                <a:gd name="connsiteX8" fmla="*/ 2209695 w 2301135"/>
                <a:gd name="connsiteY8" fmla="*/ 9154402 h 9245842"/>
                <a:gd name="connsiteX9" fmla="*/ 2209695 w 2301135"/>
                <a:gd name="connsiteY9" fmla="*/ 9154402 h 9245842"/>
                <a:gd name="connsiteX10" fmla="*/ 2301135 w 2301135"/>
                <a:gd name="connsiteY10" fmla="*/ 9245842 h 9245842"/>
                <a:gd name="connsiteX0" fmla="*/ 37157 w 2209695"/>
                <a:gd name="connsiteY0" fmla="*/ 8792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67397 w 2209695"/>
                <a:gd name="connsiteY0" fmla="*/ 8829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695" h="9154402">
                  <a:moveTo>
                    <a:pt x="67397" y="8829966"/>
                  </a:moveTo>
                  <a:lnTo>
                    <a:pt x="0" y="1104848"/>
                  </a:lnTo>
                  <a:cubicBezTo>
                    <a:pt x="0" y="811824"/>
                    <a:pt x="116404" y="530802"/>
                    <a:pt x="323604" y="323603"/>
                  </a:cubicBezTo>
                  <a:cubicBezTo>
                    <a:pt x="530804" y="116404"/>
                    <a:pt x="811826" y="1"/>
                    <a:pt x="1104850" y="2"/>
                  </a:cubicBezTo>
                  <a:lnTo>
                    <a:pt x="1104848" y="0"/>
                  </a:lnTo>
                  <a:lnTo>
                    <a:pt x="1104848" y="0"/>
                  </a:lnTo>
                  <a:cubicBezTo>
                    <a:pt x="1397872" y="0"/>
                    <a:pt x="1678894" y="116404"/>
                    <a:pt x="1886093" y="323604"/>
                  </a:cubicBezTo>
                  <a:cubicBezTo>
                    <a:pt x="2093292" y="530804"/>
                    <a:pt x="2209695" y="811826"/>
                    <a:pt x="2209694" y="1104850"/>
                  </a:cubicBezTo>
                  <a:cubicBezTo>
                    <a:pt x="2209694" y="3788034"/>
                    <a:pt x="2209695" y="6471218"/>
                    <a:pt x="2209695" y="9154402"/>
                  </a:cubicBezTo>
                  <a:lnTo>
                    <a:pt x="2209695" y="9154402"/>
                  </a:lnTo>
                </a:path>
              </a:pathLst>
            </a:custGeom>
            <a:solidFill>
              <a:srgbClr val="073779">
                <a:alpha val="80000"/>
              </a:srgbClr>
            </a:solidFill>
            <a:ln w="25400">
              <a:solidFill>
                <a:schemeClr val="accent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3" name="Freeform 22"/>
            <p:cNvSpPr/>
            <p:nvPr/>
          </p:nvSpPr>
          <p:spPr>
            <a:xfrm rot="15660000">
              <a:off x="5179560" y="1579153"/>
              <a:ext cx="1040884" cy="7134813"/>
            </a:xfrm>
            <a:custGeom>
              <a:avLst/>
              <a:gdLst>
                <a:gd name="connsiteX0" fmla="*/ 498324 w 996648"/>
                <a:gd name="connsiteY0" fmla="*/ 0 h 6971904"/>
                <a:gd name="connsiteX1" fmla="*/ 498324 w 996648"/>
                <a:gd name="connsiteY1" fmla="*/ 0 h 6971904"/>
                <a:gd name="connsiteX2" fmla="*/ 850692 w 996648"/>
                <a:gd name="connsiteY2" fmla="*/ 145956 h 6971904"/>
                <a:gd name="connsiteX3" fmla="*/ 996647 w 996648"/>
                <a:gd name="connsiteY3" fmla="*/ 498325 h 6971904"/>
                <a:gd name="connsiteX4" fmla="*/ 996648 w 996648"/>
                <a:gd name="connsiteY4" fmla="*/ 6971904 h 6971904"/>
                <a:gd name="connsiteX5" fmla="*/ 996648 w 996648"/>
                <a:gd name="connsiteY5" fmla="*/ 6971904 h 6971904"/>
                <a:gd name="connsiteX6" fmla="*/ 996648 w 996648"/>
                <a:gd name="connsiteY6" fmla="*/ 6971904 h 6971904"/>
                <a:gd name="connsiteX7" fmla="*/ 0 w 996648"/>
                <a:gd name="connsiteY7" fmla="*/ 6971904 h 6971904"/>
                <a:gd name="connsiteX8" fmla="*/ 0 w 996648"/>
                <a:gd name="connsiteY8" fmla="*/ 6971904 h 6971904"/>
                <a:gd name="connsiteX9" fmla="*/ 0 w 996648"/>
                <a:gd name="connsiteY9" fmla="*/ 6971904 h 6971904"/>
                <a:gd name="connsiteX10" fmla="*/ 0 w 996648"/>
                <a:gd name="connsiteY10" fmla="*/ 498324 h 6971904"/>
                <a:gd name="connsiteX11" fmla="*/ 145956 w 996648"/>
                <a:gd name="connsiteY11" fmla="*/ 145956 h 6971904"/>
                <a:gd name="connsiteX12" fmla="*/ 498325 w 996648"/>
                <a:gd name="connsiteY12" fmla="*/ 1 h 6971904"/>
                <a:gd name="connsiteX13" fmla="*/ 498324 w 996648"/>
                <a:gd name="connsiteY13" fmla="*/ 0 h 6971904"/>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996648 w 1051569"/>
                <a:gd name="connsiteY5" fmla="*/ 6971904 h 7134903"/>
                <a:gd name="connsiteX6" fmla="*/ 1051569 w 1051569"/>
                <a:gd name="connsiteY6" fmla="*/ 7134903 h 7134903"/>
                <a:gd name="connsiteX7" fmla="*/ 0 w 1051569"/>
                <a:gd name="connsiteY7" fmla="*/ 6971904 h 7134903"/>
                <a:gd name="connsiteX8" fmla="*/ 0 w 1051569"/>
                <a:gd name="connsiteY8" fmla="*/ 6971904 h 7134903"/>
                <a:gd name="connsiteX9" fmla="*/ 0 w 1051569"/>
                <a:gd name="connsiteY9" fmla="*/ 6971904 h 7134903"/>
                <a:gd name="connsiteX10" fmla="*/ 0 w 1051569"/>
                <a:gd name="connsiteY10" fmla="*/ 498324 h 7134903"/>
                <a:gd name="connsiteX11" fmla="*/ 145956 w 1051569"/>
                <a:gd name="connsiteY11" fmla="*/ 145956 h 7134903"/>
                <a:gd name="connsiteX12" fmla="*/ 498325 w 1051569"/>
                <a:gd name="connsiteY12" fmla="*/ 1 h 7134903"/>
                <a:gd name="connsiteX13" fmla="*/ 498324 w 1051569"/>
                <a:gd name="connsiteY13"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1051569 w 1051569"/>
                <a:gd name="connsiteY5" fmla="*/ 7134903 h 7134903"/>
                <a:gd name="connsiteX6" fmla="*/ 0 w 1051569"/>
                <a:gd name="connsiteY6" fmla="*/ 6971904 h 7134903"/>
                <a:gd name="connsiteX7" fmla="*/ 0 w 1051569"/>
                <a:gd name="connsiteY7" fmla="*/ 6971904 h 7134903"/>
                <a:gd name="connsiteX8" fmla="*/ 0 w 1051569"/>
                <a:gd name="connsiteY8" fmla="*/ 6971904 h 7134903"/>
                <a:gd name="connsiteX9" fmla="*/ 0 w 1051569"/>
                <a:gd name="connsiteY9" fmla="*/ 498324 h 7134903"/>
                <a:gd name="connsiteX10" fmla="*/ 145956 w 1051569"/>
                <a:gd name="connsiteY10" fmla="*/ 145956 h 7134903"/>
                <a:gd name="connsiteX11" fmla="*/ 498325 w 1051569"/>
                <a:gd name="connsiteY11" fmla="*/ 1 h 7134903"/>
                <a:gd name="connsiteX12" fmla="*/ 498324 w 1051569"/>
                <a:gd name="connsiteY12" fmla="*/ 0 h 7134903"/>
                <a:gd name="connsiteX0" fmla="*/ 498324 w 1217677"/>
                <a:gd name="connsiteY0" fmla="*/ 0 h 7134903"/>
                <a:gd name="connsiteX1" fmla="*/ 498324 w 1217677"/>
                <a:gd name="connsiteY1" fmla="*/ 0 h 7134903"/>
                <a:gd name="connsiteX2" fmla="*/ 850692 w 1217677"/>
                <a:gd name="connsiteY2" fmla="*/ 145956 h 7134903"/>
                <a:gd name="connsiteX3" fmla="*/ 996647 w 1217677"/>
                <a:gd name="connsiteY3" fmla="*/ 498325 h 7134903"/>
                <a:gd name="connsiteX4" fmla="*/ 1051569 w 1217677"/>
                <a:gd name="connsiteY4" fmla="*/ 7134903 h 7134903"/>
                <a:gd name="connsiteX5" fmla="*/ 0 w 1217677"/>
                <a:gd name="connsiteY5" fmla="*/ 6971904 h 7134903"/>
                <a:gd name="connsiteX6" fmla="*/ 0 w 1217677"/>
                <a:gd name="connsiteY6" fmla="*/ 6971904 h 7134903"/>
                <a:gd name="connsiteX7" fmla="*/ 0 w 1217677"/>
                <a:gd name="connsiteY7" fmla="*/ 6971904 h 7134903"/>
                <a:gd name="connsiteX8" fmla="*/ 0 w 1217677"/>
                <a:gd name="connsiteY8" fmla="*/ 498324 h 7134903"/>
                <a:gd name="connsiteX9" fmla="*/ 145956 w 1217677"/>
                <a:gd name="connsiteY9" fmla="*/ 145956 h 7134903"/>
                <a:gd name="connsiteX10" fmla="*/ 498325 w 1217677"/>
                <a:gd name="connsiteY10" fmla="*/ 1 h 7134903"/>
                <a:gd name="connsiteX11" fmla="*/ 498324 w 1217677"/>
                <a:gd name="connsiteY11"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1051569 w 1051569"/>
                <a:gd name="connsiteY4" fmla="*/ 7134903 h 7134903"/>
                <a:gd name="connsiteX5" fmla="*/ 0 w 1051569"/>
                <a:gd name="connsiteY5" fmla="*/ 6971904 h 7134903"/>
                <a:gd name="connsiteX6" fmla="*/ 0 w 1051569"/>
                <a:gd name="connsiteY6" fmla="*/ 6971904 h 7134903"/>
                <a:gd name="connsiteX7" fmla="*/ 0 w 1051569"/>
                <a:gd name="connsiteY7" fmla="*/ 6971904 h 7134903"/>
                <a:gd name="connsiteX8" fmla="*/ 0 w 1051569"/>
                <a:gd name="connsiteY8" fmla="*/ 498324 h 7134903"/>
                <a:gd name="connsiteX9" fmla="*/ 145956 w 1051569"/>
                <a:gd name="connsiteY9" fmla="*/ 145956 h 7134903"/>
                <a:gd name="connsiteX10" fmla="*/ 498325 w 1051569"/>
                <a:gd name="connsiteY10" fmla="*/ 1 h 7134903"/>
                <a:gd name="connsiteX11" fmla="*/ 498324 w 1051569"/>
                <a:gd name="connsiteY11" fmla="*/ 0 h 7134903"/>
                <a:gd name="connsiteX0" fmla="*/ 0 w 1143009"/>
                <a:gd name="connsiteY0" fmla="*/ 6971904 h 7226343"/>
                <a:gd name="connsiteX1" fmla="*/ 0 w 1143009"/>
                <a:gd name="connsiteY1" fmla="*/ 6971904 h 7226343"/>
                <a:gd name="connsiteX2" fmla="*/ 0 w 1143009"/>
                <a:gd name="connsiteY2" fmla="*/ 6971904 h 7226343"/>
                <a:gd name="connsiteX3" fmla="*/ 0 w 1143009"/>
                <a:gd name="connsiteY3" fmla="*/ 498324 h 7226343"/>
                <a:gd name="connsiteX4" fmla="*/ 145956 w 1143009"/>
                <a:gd name="connsiteY4" fmla="*/ 145956 h 7226343"/>
                <a:gd name="connsiteX5" fmla="*/ 498325 w 1143009"/>
                <a:gd name="connsiteY5" fmla="*/ 1 h 7226343"/>
                <a:gd name="connsiteX6" fmla="*/ 498324 w 1143009"/>
                <a:gd name="connsiteY6" fmla="*/ 0 h 7226343"/>
                <a:gd name="connsiteX7" fmla="*/ 498324 w 1143009"/>
                <a:gd name="connsiteY7" fmla="*/ 0 h 7226343"/>
                <a:gd name="connsiteX8" fmla="*/ 850692 w 1143009"/>
                <a:gd name="connsiteY8" fmla="*/ 145956 h 7226343"/>
                <a:gd name="connsiteX9" fmla="*/ 996647 w 1143009"/>
                <a:gd name="connsiteY9" fmla="*/ 498325 h 7226343"/>
                <a:gd name="connsiteX10" fmla="*/ 1143009 w 1143009"/>
                <a:gd name="connsiteY10" fmla="*/ 7226343 h 7226343"/>
                <a:gd name="connsiteX0" fmla="*/ 0 w 1095577"/>
                <a:gd name="connsiteY0" fmla="*/ 6971904 h 7197301"/>
                <a:gd name="connsiteX1" fmla="*/ 0 w 1095577"/>
                <a:gd name="connsiteY1" fmla="*/ 6971904 h 7197301"/>
                <a:gd name="connsiteX2" fmla="*/ 0 w 1095577"/>
                <a:gd name="connsiteY2" fmla="*/ 6971904 h 7197301"/>
                <a:gd name="connsiteX3" fmla="*/ 0 w 1095577"/>
                <a:gd name="connsiteY3" fmla="*/ 498324 h 7197301"/>
                <a:gd name="connsiteX4" fmla="*/ 145956 w 1095577"/>
                <a:gd name="connsiteY4" fmla="*/ 145956 h 7197301"/>
                <a:gd name="connsiteX5" fmla="*/ 498325 w 1095577"/>
                <a:gd name="connsiteY5" fmla="*/ 1 h 7197301"/>
                <a:gd name="connsiteX6" fmla="*/ 498324 w 1095577"/>
                <a:gd name="connsiteY6" fmla="*/ 0 h 7197301"/>
                <a:gd name="connsiteX7" fmla="*/ 498324 w 1095577"/>
                <a:gd name="connsiteY7" fmla="*/ 0 h 7197301"/>
                <a:gd name="connsiteX8" fmla="*/ 850692 w 1095577"/>
                <a:gd name="connsiteY8" fmla="*/ 145956 h 7197301"/>
                <a:gd name="connsiteX9" fmla="*/ 996647 w 1095577"/>
                <a:gd name="connsiteY9" fmla="*/ 498325 h 7197301"/>
                <a:gd name="connsiteX10" fmla="*/ 1095577 w 1095577"/>
                <a:gd name="connsiteY10" fmla="*/ 7197301 h 7197301"/>
                <a:gd name="connsiteX0" fmla="*/ 0 w 1045874"/>
                <a:gd name="connsiteY0" fmla="*/ 6971904 h 7103308"/>
                <a:gd name="connsiteX1" fmla="*/ 0 w 1045874"/>
                <a:gd name="connsiteY1" fmla="*/ 6971904 h 7103308"/>
                <a:gd name="connsiteX2" fmla="*/ 0 w 1045874"/>
                <a:gd name="connsiteY2" fmla="*/ 6971904 h 7103308"/>
                <a:gd name="connsiteX3" fmla="*/ 0 w 1045874"/>
                <a:gd name="connsiteY3" fmla="*/ 498324 h 7103308"/>
                <a:gd name="connsiteX4" fmla="*/ 145956 w 1045874"/>
                <a:gd name="connsiteY4" fmla="*/ 145956 h 7103308"/>
                <a:gd name="connsiteX5" fmla="*/ 498325 w 1045874"/>
                <a:gd name="connsiteY5" fmla="*/ 1 h 7103308"/>
                <a:gd name="connsiteX6" fmla="*/ 498324 w 1045874"/>
                <a:gd name="connsiteY6" fmla="*/ 0 h 7103308"/>
                <a:gd name="connsiteX7" fmla="*/ 498324 w 1045874"/>
                <a:gd name="connsiteY7" fmla="*/ 0 h 7103308"/>
                <a:gd name="connsiteX8" fmla="*/ 850692 w 1045874"/>
                <a:gd name="connsiteY8" fmla="*/ 145956 h 7103308"/>
                <a:gd name="connsiteX9" fmla="*/ 996647 w 1045874"/>
                <a:gd name="connsiteY9" fmla="*/ 498325 h 7103308"/>
                <a:gd name="connsiteX10" fmla="*/ 1045874 w 1045874"/>
                <a:gd name="connsiteY10" fmla="*/ 7103308 h 7103308"/>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0884" h="7134813">
                  <a:moveTo>
                    <a:pt x="0" y="6971904"/>
                  </a:moveTo>
                  <a:lnTo>
                    <a:pt x="0" y="6971904"/>
                  </a:lnTo>
                  <a:lnTo>
                    <a:pt x="0" y="6971904"/>
                  </a:lnTo>
                  <a:lnTo>
                    <a:pt x="0" y="498324"/>
                  </a:lnTo>
                  <a:cubicBezTo>
                    <a:pt x="0" y="366160"/>
                    <a:pt x="52502" y="239410"/>
                    <a:pt x="145956" y="145956"/>
                  </a:cubicBezTo>
                  <a:cubicBezTo>
                    <a:pt x="239410" y="52502"/>
                    <a:pt x="366161" y="1"/>
                    <a:pt x="498325" y="1"/>
                  </a:cubicBezTo>
                  <a:lnTo>
                    <a:pt x="498324" y="0"/>
                  </a:lnTo>
                  <a:lnTo>
                    <a:pt x="498324" y="0"/>
                  </a:lnTo>
                  <a:cubicBezTo>
                    <a:pt x="630488" y="0"/>
                    <a:pt x="757238" y="52502"/>
                    <a:pt x="850692" y="145956"/>
                  </a:cubicBezTo>
                  <a:cubicBezTo>
                    <a:pt x="944146" y="239410"/>
                    <a:pt x="996647" y="366161"/>
                    <a:pt x="996647" y="498325"/>
                  </a:cubicBezTo>
                  <a:cubicBezTo>
                    <a:pt x="1030126" y="1663149"/>
                    <a:pt x="1037566" y="5867764"/>
                    <a:pt x="1040884" y="7134813"/>
                  </a:cubicBezTo>
                </a:path>
              </a:pathLst>
            </a:custGeom>
            <a:solidFill>
              <a:schemeClr val="tx2">
                <a:alpha val="60000"/>
              </a:schemeClr>
            </a:solidFill>
            <a:ln>
              <a:solidFill>
                <a:schemeClr val="bg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Freeform 25"/>
            <p:cNvSpPr/>
            <p:nvPr/>
          </p:nvSpPr>
          <p:spPr>
            <a:xfrm rot="15660000">
              <a:off x="6127955" y="-68851"/>
              <a:ext cx="932370" cy="5296611"/>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 name="connsiteX0" fmla="*/ 0 w 962833"/>
                <a:gd name="connsiteY0" fmla="*/ 6172200 h 6320186"/>
                <a:gd name="connsiteX1" fmla="*/ 0 w 962833"/>
                <a:gd name="connsiteY1" fmla="*/ 6172200 h 6320186"/>
                <a:gd name="connsiteX2" fmla="*/ 5534 w 962833"/>
                <a:gd name="connsiteY2" fmla="*/ 6164375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5534" y="6164375"/>
                  </a:lnTo>
                  <a:cubicBezTo>
                    <a:pt x="3689" y="4261983"/>
                    <a:pt x="1845" y="2359592"/>
                    <a:pt x="0" y="457200"/>
                  </a:cubicBez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chemeClr val="tx2">
                <a:alpha val="5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4" name="Freeform 23"/>
            <p:cNvSpPr/>
            <p:nvPr/>
          </p:nvSpPr>
          <p:spPr>
            <a:xfrm rot="15660000">
              <a:off x="5624128" y="-611284"/>
              <a:ext cx="962833" cy="6320186"/>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rgbClr val="073779">
                <a:alpha val="50000"/>
              </a:srgbClr>
            </a:solidFill>
            <a:ln w="2540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8" name="Freeform 27"/>
            <p:cNvSpPr/>
            <p:nvPr/>
          </p:nvSpPr>
          <p:spPr>
            <a:xfrm rot="15660000">
              <a:off x="6395227" y="-278516"/>
              <a:ext cx="552099" cy="5104822"/>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099" h="5109912">
                  <a:moveTo>
                    <a:pt x="0" y="5016061"/>
                  </a:moveTo>
                  <a:lnTo>
                    <a:pt x="0" y="5016061"/>
                  </a:lnTo>
                  <a:lnTo>
                    <a:pt x="0" y="251460"/>
                  </a:ln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36054" y="5039297"/>
                    <a:pt x="552099" y="5109912"/>
                  </a:cubicBezTo>
                </a:path>
              </a:pathLst>
            </a:custGeom>
            <a:solidFill>
              <a:schemeClr val="accent1">
                <a:alpha val="30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45" name="Freeform 44"/>
            <p:cNvSpPr/>
            <p:nvPr/>
          </p:nvSpPr>
          <p:spPr>
            <a:xfrm rot="15660000">
              <a:off x="7468755" y="1178808"/>
              <a:ext cx="536285" cy="2936001"/>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328 w 552099"/>
                <a:gd name="connsiteY1" fmla="*/ 2862849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328 w 552099"/>
                <a:gd name="connsiteY0" fmla="*/ 2862849 h 5109912"/>
                <a:gd name="connsiteX1" fmla="*/ 0 w 552099"/>
                <a:gd name="connsiteY1" fmla="*/ 251460 h 5109912"/>
                <a:gd name="connsiteX2" fmla="*/ 73651 w 552099"/>
                <a:gd name="connsiteY2" fmla="*/ 73651 h 5109912"/>
                <a:gd name="connsiteX3" fmla="*/ 251460 w 552099"/>
                <a:gd name="connsiteY3" fmla="*/ 0 h 5109912"/>
                <a:gd name="connsiteX4" fmla="*/ 251460 w 552099"/>
                <a:gd name="connsiteY4" fmla="*/ 0 h 5109912"/>
                <a:gd name="connsiteX5" fmla="*/ 429269 w 552099"/>
                <a:gd name="connsiteY5" fmla="*/ 73651 h 5109912"/>
                <a:gd name="connsiteX6" fmla="*/ 502920 w 552099"/>
                <a:gd name="connsiteY6" fmla="*/ 251460 h 5109912"/>
                <a:gd name="connsiteX7" fmla="*/ 552099 w 552099"/>
                <a:gd name="connsiteY7" fmla="*/ 5109912 h 5109912"/>
                <a:gd name="connsiteX0" fmla="*/ 328 w 543353"/>
                <a:gd name="connsiteY0" fmla="*/ 2862849 h 2928006"/>
                <a:gd name="connsiteX1" fmla="*/ 0 w 543353"/>
                <a:gd name="connsiteY1" fmla="*/ 251460 h 2928006"/>
                <a:gd name="connsiteX2" fmla="*/ 73651 w 543353"/>
                <a:gd name="connsiteY2" fmla="*/ 73651 h 2928006"/>
                <a:gd name="connsiteX3" fmla="*/ 251460 w 543353"/>
                <a:gd name="connsiteY3" fmla="*/ 0 h 2928006"/>
                <a:gd name="connsiteX4" fmla="*/ 251460 w 543353"/>
                <a:gd name="connsiteY4" fmla="*/ 0 h 2928006"/>
                <a:gd name="connsiteX5" fmla="*/ 429269 w 543353"/>
                <a:gd name="connsiteY5" fmla="*/ 73651 h 2928006"/>
                <a:gd name="connsiteX6" fmla="*/ 502920 w 543353"/>
                <a:gd name="connsiteY6" fmla="*/ 251460 h 2928006"/>
                <a:gd name="connsiteX7" fmla="*/ 543353 w 543353"/>
                <a:gd name="connsiteY7" fmla="*/ 2928006 h 2928006"/>
                <a:gd name="connsiteX0" fmla="*/ 328 w 537043"/>
                <a:gd name="connsiteY0" fmla="*/ 2862849 h 2967890"/>
                <a:gd name="connsiteX1" fmla="*/ 0 w 537043"/>
                <a:gd name="connsiteY1" fmla="*/ 251460 h 2967890"/>
                <a:gd name="connsiteX2" fmla="*/ 73651 w 537043"/>
                <a:gd name="connsiteY2" fmla="*/ 73651 h 2967890"/>
                <a:gd name="connsiteX3" fmla="*/ 251460 w 537043"/>
                <a:gd name="connsiteY3" fmla="*/ 0 h 2967890"/>
                <a:gd name="connsiteX4" fmla="*/ 251460 w 537043"/>
                <a:gd name="connsiteY4" fmla="*/ 0 h 2967890"/>
                <a:gd name="connsiteX5" fmla="*/ 429269 w 537043"/>
                <a:gd name="connsiteY5" fmla="*/ 73651 h 2967890"/>
                <a:gd name="connsiteX6" fmla="*/ 502920 w 537043"/>
                <a:gd name="connsiteY6" fmla="*/ 251460 h 2967890"/>
                <a:gd name="connsiteX7" fmla="*/ 537043 w 537043"/>
                <a:gd name="connsiteY7" fmla="*/ 2967890 h 2967890"/>
                <a:gd name="connsiteX0" fmla="*/ 328 w 528237"/>
                <a:gd name="connsiteY0" fmla="*/ 2862849 h 2951509"/>
                <a:gd name="connsiteX1" fmla="*/ 0 w 528237"/>
                <a:gd name="connsiteY1" fmla="*/ 251460 h 2951509"/>
                <a:gd name="connsiteX2" fmla="*/ 73651 w 528237"/>
                <a:gd name="connsiteY2" fmla="*/ 73651 h 2951509"/>
                <a:gd name="connsiteX3" fmla="*/ 251460 w 528237"/>
                <a:gd name="connsiteY3" fmla="*/ 0 h 2951509"/>
                <a:gd name="connsiteX4" fmla="*/ 251460 w 528237"/>
                <a:gd name="connsiteY4" fmla="*/ 0 h 2951509"/>
                <a:gd name="connsiteX5" fmla="*/ 429269 w 528237"/>
                <a:gd name="connsiteY5" fmla="*/ 73651 h 2951509"/>
                <a:gd name="connsiteX6" fmla="*/ 502920 w 528237"/>
                <a:gd name="connsiteY6" fmla="*/ 251460 h 2951509"/>
                <a:gd name="connsiteX7" fmla="*/ 524305 w 528237"/>
                <a:gd name="connsiteY7" fmla="*/ 2951509 h 2951509"/>
                <a:gd name="connsiteX0" fmla="*/ 328 w 528237"/>
                <a:gd name="connsiteY0" fmla="*/ 2862849 h 2929811"/>
                <a:gd name="connsiteX1" fmla="*/ 0 w 528237"/>
                <a:gd name="connsiteY1" fmla="*/ 251460 h 2929811"/>
                <a:gd name="connsiteX2" fmla="*/ 73651 w 528237"/>
                <a:gd name="connsiteY2" fmla="*/ 73651 h 2929811"/>
                <a:gd name="connsiteX3" fmla="*/ 251460 w 528237"/>
                <a:gd name="connsiteY3" fmla="*/ 0 h 2929811"/>
                <a:gd name="connsiteX4" fmla="*/ 251460 w 528237"/>
                <a:gd name="connsiteY4" fmla="*/ 0 h 2929811"/>
                <a:gd name="connsiteX5" fmla="*/ 429269 w 528237"/>
                <a:gd name="connsiteY5" fmla="*/ 73651 h 2929811"/>
                <a:gd name="connsiteX6" fmla="*/ 502920 w 528237"/>
                <a:gd name="connsiteY6" fmla="*/ 251460 h 2929811"/>
                <a:gd name="connsiteX7" fmla="*/ 527738 w 528237"/>
                <a:gd name="connsiteY7" fmla="*/ 2929811 h 2929811"/>
                <a:gd name="connsiteX0" fmla="*/ 4542 w 528237"/>
                <a:gd name="connsiteY0" fmla="*/ 2863516 h 2929811"/>
                <a:gd name="connsiteX1" fmla="*/ 0 w 528237"/>
                <a:gd name="connsiteY1" fmla="*/ 251460 h 2929811"/>
                <a:gd name="connsiteX2" fmla="*/ 73651 w 528237"/>
                <a:gd name="connsiteY2" fmla="*/ 73651 h 2929811"/>
                <a:gd name="connsiteX3" fmla="*/ 251460 w 528237"/>
                <a:gd name="connsiteY3" fmla="*/ 0 h 2929811"/>
                <a:gd name="connsiteX4" fmla="*/ 251460 w 528237"/>
                <a:gd name="connsiteY4" fmla="*/ 0 h 2929811"/>
                <a:gd name="connsiteX5" fmla="*/ 429269 w 528237"/>
                <a:gd name="connsiteY5" fmla="*/ 73651 h 2929811"/>
                <a:gd name="connsiteX6" fmla="*/ 502920 w 528237"/>
                <a:gd name="connsiteY6" fmla="*/ 251460 h 2929811"/>
                <a:gd name="connsiteX7" fmla="*/ 527738 w 528237"/>
                <a:gd name="connsiteY7" fmla="*/ 2929811 h 2929811"/>
                <a:gd name="connsiteX0" fmla="*/ 4542 w 538755"/>
                <a:gd name="connsiteY0" fmla="*/ 2863516 h 2953801"/>
                <a:gd name="connsiteX1" fmla="*/ 0 w 538755"/>
                <a:gd name="connsiteY1" fmla="*/ 251460 h 2953801"/>
                <a:gd name="connsiteX2" fmla="*/ 73651 w 538755"/>
                <a:gd name="connsiteY2" fmla="*/ 73651 h 2953801"/>
                <a:gd name="connsiteX3" fmla="*/ 251460 w 538755"/>
                <a:gd name="connsiteY3" fmla="*/ 0 h 2953801"/>
                <a:gd name="connsiteX4" fmla="*/ 251460 w 538755"/>
                <a:gd name="connsiteY4" fmla="*/ 0 h 2953801"/>
                <a:gd name="connsiteX5" fmla="*/ 429269 w 538755"/>
                <a:gd name="connsiteY5" fmla="*/ 73651 h 2953801"/>
                <a:gd name="connsiteX6" fmla="*/ 502920 w 538755"/>
                <a:gd name="connsiteY6" fmla="*/ 251460 h 2953801"/>
                <a:gd name="connsiteX7" fmla="*/ 538755 w 538755"/>
                <a:gd name="connsiteY7" fmla="*/ 2953801 h 2953801"/>
                <a:gd name="connsiteX0" fmla="*/ 4542 w 536285"/>
                <a:gd name="connsiteY0" fmla="*/ 2863516 h 2938929"/>
                <a:gd name="connsiteX1" fmla="*/ 0 w 536285"/>
                <a:gd name="connsiteY1" fmla="*/ 251460 h 2938929"/>
                <a:gd name="connsiteX2" fmla="*/ 73651 w 536285"/>
                <a:gd name="connsiteY2" fmla="*/ 73651 h 2938929"/>
                <a:gd name="connsiteX3" fmla="*/ 251460 w 536285"/>
                <a:gd name="connsiteY3" fmla="*/ 0 h 2938929"/>
                <a:gd name="connsiteX4" fmla="*/ 251460 w 536285"/>
                <a:gd name="connsiteY4" fmla="*/ 0 h 2938929"/>
                <a:gd name="connsiteX5" fmla="*/ 429269 w 536285"/>
                <a:gd name="connsiteY5" fmla="*/ 73651 h 2938929"/>
                <a:gd name="connsiteX6" fmla="*/ 502920 w 536285"/>
                <a:gd name="connsiteY6" fmla="*/ 251460 h 2938929"/>
                <a:gd name="connsiteX7" fmla="*/ 536285 w 536285"/>
                <a:gd name="connsiteY7" fmla="*/ 2938929 h 2938929"/>
                <a:gd name="connsiteX0" fmla="*/ 6777 w 536285"/>
                <a:gd name="connsiteY0" fmla="*/ 2849391 h 2938929"/>
                <a:gd name="connsiteX1" fmla="*/ 0 w 536285"/>
                <a:gd name="connsiteY1" fmla="*/ 251460 h 2938929"/>
                <a:gd name="connsiteX2" fmla="*/ 73651 w 536285"/>
                <a:gd name="connsiteY2" fmla="*/ 73651 h 2938929"/>
                <a:gd name="connsiteX3" fmla="*/ 251460 w 536285"/>
                <a:gd name="connsiteY3" fmla="*/ 0 h 2938929"/>
                <a:gd name="connsiteX4" fmla="*/ 251460 w 536285"/>
                <a:gd name="connsiteY4" fmla="*/ 0 h 2938929"/>
                <a:gd name="connsiteX5" fmla="*/ 429269 w 536285"/>
                <a:gd name="connsiteY5" fmla="*/ 73651 h 2938929"/>
                <a:gd name="connsiteX6" fmla="*/ 502920 w 536285"/>
                <a:gd name="connsiteY6" fmla="*/ 251460 h 2938929"/>
                <a:gd name="connsiteX7" fmla="*/ 536285 w 536285"/>
                <a:gd name="connsiteY7" fmla="*/ 2938929 h 293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6285" h="2938929">
                  <a:moveTo>
                    <a:pt x="6777" y="2849391"/>
                  </a:moveTo>
                  <a:cubicBezTo>
                    <a:pt x="6668" y="1978928"/>
                    <a:pt x="109" y="1121923"/>
                    <a:pt x="0" y="251460"/>
                  </a:cubicBez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17682" y="905440"/>
                    <a:pt x="536285" y="2938929"/>
                  </a:cubicBezTo>
                </a:path>
              </a:pathLst>
            </a:custGeom>
            <a:solidFill>
              <a:schemeClr val="accent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grpSp>
      <p:sp>
        <p:nvSpPr>
          <p:cNvPr id="25" name="Freeform 24"/>
          <p:cNvSpPr/>
          <p:nvPr/>
        </p:nvSpPr>
        <p:spPr>
          <a:xfrm rot="15660000">
            <a:off x="5750708" y="-641833"/>
            <a:ext cx="985797" cy="6048136"/>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 name="connsiteX0" fmla="*/ 0 w 981537"/>
              <a:gd name="connsiteY0" fmla="*/ 6172200 h 6338829"/>
              <a:gd name="connsiteX1" fmla="*/ 0 w 981537"/>
              <a:gd name="connsiteY1" fmla="*/ 6172200 h 6338829"/>
              <a:gd name="connsiteX2" fmla="*/ 0 w 981537"/>
              <a:gd name="connsiteY2" fmla="*/ 6172200 h 6338829"/>
              <a:gd name="connsiteX3" fmla="*/ 0 w 981537"/>
              <a:gd name="connsiteY3" fmla="*/ 457200 h 6338829"/>
              <a:gd name="connsiteX4" fmla="*/ 133911 w 981537"/>
              <a:gd name="connsiteY4" fmla="*/ 133911 h 6338829"/>
              <a:gd name="connsiteX5" fmla="*/ 457201 w 981537"/>
              <a:gd name="connsiteY5" fmla="*/ 1 h 6338829"/>
              <a:gd name="connsiteX6" fmla="*/ 457200 w 981537"/>
              <a:gd name="connsiteY6" fmla="*/ 0 h 6338829"/>
              <a:gd name="connsiteX7" fmla="*/ 457200 w 981537"/>
              <a:gd name="connsiteY7" fmla="*/ 0 h 6338829"/>
              <a:gd name="connsiteX8" fmla="*/ 780489 w 981537"/>
              <a:gd name="connsiteY8" fmla="*/ 133911 h 6338829"/>
              <a:gd name="connsiteX9" fmla="*/ 914399 w 981537"/>
              <a:gd name="connsiteY9" fmla="*/ 457201 h 6338829"/>
              <a:gd name="connsiteX10" fmla="*/ 981537 w 981537"/>
              <a:gd name="connsiteY10" fmla="*/ 6338829 h 6338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1537" h="6338829">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89058" y="4544471"/>
                  <a:pt x="981537" y="6338829"/>
                </a:cubicBezTo>
              </a:path>
            </a:pathLst>
          </a:custGeom>
          <a:solidFill>
            <a:schemeClr val="bg2">
              <a:lumMod val="40000"/>
              <a:lumOff val="60000"/>
              <a:alpha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32" name="Rectangle 31"/>
          <p:cNvSpPr/>
          <p:nvPr/>
        </p:nvSpPr>
        <p:spPr>
          <a:xfrm>
            <a:off x="0" y="0"/>
            <a:ext cx="9144000" cy="6858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rot="21042312">
            <a:off x="649224" y="2788920"/>
            <a:ext cx="8266176" cy="1612607"/>
          </a:xfrm>
        </p:spPr>
        <p:txBody>
          <a:bodyPr anchor="b" anchorCtr="0">
            <a:noAutofit/>
          </a:bodyPr>
          <a:lstStyle>
            <a:lvl1pPr algn="l">
              <a:defRPr sz="46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rot="21060000">
            <a:off x="2550459" y="4704801"/>
            <a:ext cx="6400800" cy="914400"/>
          </a:xfrm>
        </p:spPr>
        <p:txBody>
          <a:bodyPr anchor="ctr" anchorCtr="0">
            <a:normAutofit/>
          </a:bodyPr>
          <a:lstStyle>
            <a:lvl1pPr marL="0" indent="0" algn="l">
              <a:spcAft>
                <a:spcPts val="0"/>
              </a:spcAft>
              <a:buNone/>
              <a:defRPr sz="240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ound Same Side Corner Rectangle 7"/>
          <p:cNvSpPr/>
          <p:nvPr/>
        </p:nvSpPr>
        <p:spPr>
          <a:xfrm rot="16200000">
            <a:off x="3974664" y="-2347475"/>
            <a:ext cx="1450260"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 name="Title 1"/>
          <p:cNvSpPr>
            <a:spLocks noGrp="1"/>
          </p:cNvSpPr>
          <p:nvPr>
            <p:ph type="title"/>
          </p:nvPr>
        </p:nvSpPr>
        <p:spPr/>
        <p:txBody>
          <a:bodyPr/>
          <a:lstStyle>
            <a:lvl1pPr>
              <a:lnSpc>
                <a:spcPct val="100000"/>
              </a:lnSpc>
              <a:defRPr/>
            </a:lvl1pPr>
          </a:lstStyle>
          <a:p>
            <a:r>
              <a:rPr lang="en-US"/>
              <a:t>Click to edit Master title style</a:t>
            </a:r>
            <a:endParaRPr dirty="0"/>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92AEC960-1F6D-44A9-80B8-39618AA04C59}"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B70FB-18ED-4CA5-8368-F946A6F2C1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6" name="Round Same Side Corner Rectangle 5"/>
          <p:cNvSpPr/>
          <p:nvPr/>
        </p:nvSpPr>
        <p:spPr>
          <a:xfrm rot="16200000">
            <a:off x="6032064" y="-1356876"/>
            <a:ext cx="1450260" cy="47736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 name="Title 1"/>
          <p:cNvSpPr>
            <a:spLocks noGrp="1"/>
          </p:cNvSpPr>
          <p:nvPr>
            <p:ph type="title"/>
          </p:nvPr>
        </p:nvSpPr>
        <p:spPr>
          <a:xfrm>
            <a:off x="4827589" y="304799"/>
            <a:ext cx="4164013" cy="1447800"/>
          </a:xfrm>
        </p:spPr>
        <p:txBody>
          <a:bodyPr/>
          <a:lstStyle>
            <a:lvl1pPr algn="r">
              <a:defRPr/>
            </a:lvl1pPr>
          </a:lstStyle>
          <a:p>
            <a:r>
              <a:rPr lang="en-US"/>
              <a:t>Click to edit Master title style</a:t>
            </a:r>
          </a:p>
        </p:txBody>
      </p:sp>
      <p:sp>
        <p:nvSpPr>
          <p:cNvPr id="3" name="Slide Number Placeholder 2"/>
          <p:cNvSpPr>
            <a:spLocks noGrp="1"/>
          </p:cNvSpPr>
          <p:nvPr>
            <p:ph type="sldNum" sz="quarter" idx="10"/>
          </p:nvPr>
        </p:nvSpPr>
        <p:spPr/>
        <p:txBody>
          <a:bodyPr/>
          <a:lstStyle/>
          <a:p>
            <a:fld id="{F02B70FB-18ED-4CA5-8368-F946A6F2C1F7}" type="slidenum">
              <a:rPr lang="en-US" smtClean="0"/>
              <a:t>‹#›</a:t>
            </a:fld>
            <a:endParaRPr lang="en-US"/>
          </a:p>
        </p:txBody>
      </p:sp>
      <p:sp>
        <p:nvSpPr>
          <p:cNvPr id="4" name="Footer Placeholder 3"/>
          <p:cNvSpPr>
            <a:spLocks noGrp="1"/>
          </p:cNvSpPr>
          <p:nvPr>
            <p:ph type="ftr" sz="quarter" idx="11"/>
          </p:nvPr>
        </p:nvSpPr>
        <p:spPr/>
        <p:txBody>
          <a:bodyPr/>
          <a:lstStyle/>
          <a:p>
            <a:endParaRPr lang="en-US"/>
          </a:p>
        </p:txBody>
      </p:sp>
      <p:sp>
        <p:nvSpPr>
          <p:cNvPr id="5" name="Date Placeholder 4"/>
          <p:cNvSpPr>
            <a:spLocks noGrp="1"/>
          </p:cNvSpPr>
          <p:nvPr>
            <p:ph type="dt" sz="half" idx="12"/>
          </p:nvPr>
        </p:nvSpPr>
        <p:spPr/>
        <p:txBody>
          <a:bodyPr/>
          <a:lstStyle/>
          <a:p>
            <a:fld id="{92AEC960-1F6D-44A9-80B8-39618AA04C59}" type="datetimeFigureOut">
              <a:rPr lang="en-US" smtClean="0"/>
              <a:t>25-Sep-25</a:t>
            </a:fld>
            <a:endParaRPr lang="en-US"/>
          </a:p>
        </p:txBody>
      </p:sp>
      <p:sp>
        <p:nvSpPr>
          <p:cNvPr id="8" name="Content Placeholder 7"/>
          <p:cNvSpPr>
            <a:spLocks noGrp="1"/>
          </p:cNvSpPr>
          <p:nvPr>
            <p:ph sz="quarter" idx="13"/>
          </p:nvPr>
        </p:nvSpPr>
        <p:spPr>
          <a:xfrm>
            <a:off x="712788" y="1905000"/>
            <a:ext cx="7716839"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794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pic>
        <p:nvPicPr>
          <p:cNvPr id="6" name="Picture 5" descr="TitleSlideOverlay.png"/>
          <p:cNvPicPr>
            <a:picLocks noChangeAspect="1"/>
          </p:cNvPicPr>
          <p:nvPr/>
        </p:nvPicPr>
        <p:blipFill>
          <a:blip r:embed="rId2"/>
          <a:stretch>
            <a:fillRect/>
          </a:stretch>
        </p:blipFill>
        <p:spPr>
          <a:xfrm>
            <a:off x="0" y="0"/>
            <a:ext cx="9144000" cy="6858000"/>
          </a:xfrm>
          <a:prstGeom prst="rect">
            <a:avLst/>
          </a:prstGeom>
          <a:ln>
            <a:noFill/>
          </a:ln>
        </p:spPr>
      </p:pic>
      <p:sp>
        <p:nvSpPr>
          <p:cNvPr id="7" name="Rectangle 6"/>
          <p:cNvSpPr/>
          <p:nvPr/>
        </p:nvSpPr>
        <p:spPr>
          <a:xfrm>
            <a:off x="0" y="0"/>
            <a:ext cx="9144000" cy="6858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Freeform 14"/>
          <p:cNvSpPr/>
          <p:nvPr/>
        </p:nvSpPr>
        <p:spPr>
          <a:xfrm rot="15660000">
            <a:off x="5179560" y="1837493"/>
            <a:ext cx="1040884" cy="7134813"/>
          </a:xfrm>
          <a:custGeom>
            <a:avLst/>
            <a:gdLst>
              <a:gd name="connsiteX0" fmla="*/ 498324 w 996648"/>
              <a:gd name="connsiteY0" fmla="*/ 0 h 6971904"/>
              <a:gd name="connsiteX1" fmla="*/ 498324 w 996648"/>
              <a:gd name="connsiteY1" fmla="*/ 0 h 6971904"/>
              <a:gd name="connsiteX2" fmla="*/ 850692 w 996648"/>
              <a:gd name="connsiteY2" fmla="*/ 145956 h 6971904"/>
              <a:gd name="connsiteX3" fmla="*/ 996647 w 996648"/>
              <a:gd name="connsiteY3" fmla="*/ 498325 h 6971904"/>
              <a:gd name="connsiteX4" fmla="*/ 996648 w 996648"/>
              <a:gd name="connsiteY4" fmla="*/ 6971904 h 6971904"/>
              <a:gd name="connsiteX5" fmla="*/ 996648 w 996648"/>
              <a:gd name="connsiteY5" fmla="*/ 6971904 h 6971904"/>
              <a:gd name="connsiteX6" fmla="*/ 996648 w 996648"/>
              <a:gd name="connsiteY6" fmla="*/ 6971904 h 6971904"/>
              <a:gd name="connsiteX7" fmla="*/ 0 w 996648"/>
              <a:gd name="connsiteY7" fmla="*/ 6971904 h 6971904"/>
              <a:gd name="connsiteX8" fmla="*/ 0 w 996648"/>
              <a:gd name="connsiteY8" fmla="*/ 6971904 h 6971904"/>
              <a:gd name="connsiteX9" fmla="*/ 0 w 996648"/>
              <a:gd name="connsiteY9" fmla="*/ 6971904 h 6971904"/>
              <a:gd name="connsiteX10" fmla="*/ 0 w 996648"/>
              <a:gd name="connsiteY10" fmla="*/ 498324 h 6971904"/>
              <a:gd name="connsiteX11" fmla="*/ 145956 w 996648"/>
              <a:gd name="connsiteY11" fmla="*/ 145956 h 6971904"/>
              <a:gd name="connsiteX12" fmla="*/ 498325 w 996648"/>
              <a:gd name="connsiteY12" fmla="*/ 1 h 6971904"/>
              <a:gd name="connsiteX13" fmla="*/ 498324 w 996648"/>
              <a:gd name="connsiteY13" fmla="*/ 0 h 6971904"/>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996648 w 1051569"/>
              <a:gd name="connsiteY5" fmla="*/ 6971904 h 7134903"/>
              <a:gd name="connsiteX6" fmla="*/ 1051569 w 1051569"/>
              <a:gd name="connsiteY6" fmla="*/ 7134903 h 7134903"/>
              <a:gd name="connsiteX7" fmla="*/ 0 w 1051569"/>
              <a:gd name="connsiteY7" fmla="*/ 6971904 h 7134903"/>
              <a:gd name="connsiteX8" fmla="*/ 0 w 1051569"/>
              <a:gd name="connsiteY8" fmla="*/ 6971904 h 7134903"/>
              <a:gd name="connsiteX9" fmla="*/ 0 w 1051569"/>
              <a:gd name="connsiteY9" fmla="*/ 6971904 h 7134903"/>
              <a:gd name="connsiteX10" fmla="*/ 0 w 1051569"/>
              <a:gd name="connsiteY10" fmla="*/ 498324 h 7134903"/>
              <a:gd name="connsiteX11" fmla="*/ 145956 w 1051569"/>
              <a:gd name="connsiteY11" fmla="*/ 145956 h 7134903"/>
              <a:gd name="connsiteX12" fmla="*/ 498325 w 1051569"/>
              <a:gd name="connsiteY12" fmla="*/ 1 h 7134903"/>
              <a:gd name="connsiteX13" fmla="*/ 498324 w 1051569"/>
              <a:gd name="connsiteY13"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996648 w 1051569"/>
              <a:gd name="connsiteY4" fmla="*/ 6971904 h 7134903"/>
              <a:gd name="connsiteX5" fmla="*/ 1051569 w 1051569"/>
              <a:gd name="connsiteY5" fmla="*/ 7134903 h 7134903"/>
              <a:gd name="connsiteX6" fmla="*/ 0 w 1051569"/>
              <a:gd name="connsiteY6" fmla="*/ 6971904 h 7134903"/>
              <a:gd name="connsiteX7" fmla="*/ 0 w 1051569"/>
              <a:gd name="connsiteY7" fmla="*/ 6971904 h 7134903"/>
              <a:gd name="connsiteX8" fmla="*/ 0 w 1051569"/>
              <a:gd name="connsiteY8" fmla="*/ 6971904 h 7134903"/>
              <a:gd name="connsiteX9" fmla="*/ 0 w 1051569"/>
              <a:gd name="connsiteY9" fmla="*/ 498324 h 7134903"/>
              <a:gd name="connsiteX10" fmla="*/ 145956 w 1051569"/>
              <a:gd name="connsiteY10" fmla="*/ 145956 h 7134903"/>
              <a:gd name="connsiteX11" fmla="*/ 498325 w 1051569"/>
              <a:gd name="connsiteY11" fmla="*/ 1 h 7134903"/>
              <a:gd name="connsiteX12" fmla="*/ 498324 w 1051569"/>
              <a:gd name="connsiteY12" fmla="*/ 0 h 7134903"/>
              <a:gd name="connsiteX0" fmla="*/ 498324 w 1217677"/>
              <a:gd name="connsiteY0" fmla="*/ 0 h 7134903"/>
              <a:gd name="connsiteX1" fmla="*/ 498324 w 1217677"/>
              <a:gd name="connsiteY1" fmla="*/ 0 h 7134903"/>
              <a:gd name="connsiteX2" fmla="*/ 850692 w 1217677"/>
              <a:gd name="connsiteY2" fmla="*/ 145956 h 7134903"/>
              <a:gd name="connsiteX3" fmla="*/ 996647 w 1217677"/>
              <a:gd name="connsiteY3" fmla="*/ 498325 h 7134903"/>
              <a:gd name="connsiteX4" fmla="*/ 1051569 w 1217677"/>
              <a:gd name="connsiteY4" fmla="*/ 7134903 h 7134903"/>
              <a:gd name="connsiteX5" fmla="*/ 0 w 1217677"/>
              <a:gd name="connsiteY5" fmla="*/ 6971904 h 7134903"/>
              <a:gd name="connsiteX6" fmla="*/ 0 w 1217677"/>
              <a:gd name="connsiteY6" fmla="*/ 6971904 h 7134903"/>
              <a:gd name="connsiteX7" fmla="*/ 0 w 1217677"/>
              <a:gd name="connsiteY7" fmla="*/ 6971904 h 7134903"/>
              <a:gd name="connsiteX8" fmla="*/ 0 w 1217677"/>
              <a:gd name="connsiteY8" fmla="*/ 498324 h 7134903"/>
              <a:gd name="connsiteX9" fmla="*/ 145956 w 1217677"/>
              <a:gd name="connsiteY9" fmla="*/ 145956 h 7134903"/>
              <a:gd name="connsiteX10" fmla="*/ 498325 w 1217677"/>
              <a:gd name="connsiteY10" fmla="*/ 1 h 7134903"/>
              <a:gd name="connsiteX11" fmla="*/ 498324 w 1217677"/>
              <a:gd name="connsiteY11" fmla="*/ 0 h 7134903"/>
              <a:gd name="connsiteX0" fmla="*/ 498324 w 1051569"/>
              <a:gd name="connsiteY0" fmla="*/ 0 h 7134903"/>
              <a:gd name="connsiteX1" fmla="*/ 498324 w 1051569"/>
              <a:gd name="connsiteY1" fmla="*/ 0 h 7134903"/>
              <a:gd name="connsiteX2" fmla="*/ 850692 w 1051569"/>
              <a:gd name="connsiteY2" fmla="*/ 145956 h 7134903"/>
              <a:gd name="connsiteX3" fmla="*/ 996647 w 1051569"/>
              <a:gd name="connsiteY3" fmla="*/ 498325 h 7134903"/>
              <a:gd name="connsiteX4" fmla="*/ 1051569 w 1051569"/>
              <a:gd name="connsiteY4" fmla="*/ 7134903 h 7134903"/>
              <a:gd name="connsiteX5" fmla="*/ 0 w 1051569"/>
              <a:gd name="connsiteY5" fmla="*/ 6971904 h 7134903"/>
              <a:gd name="connsiteX6" fmla="*/ 0 w 1051569"/>
              <a:gd name="connsiteY6" fmla="*/ 6971904 h 7134903"/>
              <a:gd name="connsiteX7" fmla="*/ 0 w 1051569"/>
              <a:gd name="connsiteY7" fmla="*/ 6971904 h 7134903"/>
              <a:gd name="connsiteX8" fmla="*/ 0 w 1051569"/>
              <a:gd name="connsiteY8" fmla="*/ 498324 h 7134903"/>
              <a:gd name="connsiteX9" fmla="*/ 145956 w 1051569"/>
              <a:gd name="connsiteY9" fmla="*/ 145956 h 7134903"/>
              <a:gd name="connsiteX10" fmla="*/ 498325 w 1051569"/>
              <a:gd name="connsiteY10" fmla="*/ 1 h 7134903"/>
              <a:gd name="connsiteX11" fmla="*/ 498324 w 1051569"/>
              <a:gd name="connsiteY11" fmla="*/ 0 h 7134903"/>
              <a:gd name="connsiteX0" fmla="*/ 0 w 1143009"/>
              <a:gd name="connsiteY0" fmla="*/ 6971904 h 7226343"/>
              <a:gd name="connsiteX1" fmla="*/ 0 w 1143009"/>
              <a:gd name="connsiteY1" fmla="*/ 6971904 h 7226343"/>
              <a:gd name="connsiteX2" fmla="*/ 0 w 1143009"/>
              <a:gd name="connsiteY2" fmla="*/ 6971904 h 7226343"/>
              <a:gd name="connsiteX3" fmla="*/ 0 w 1143009"/>
              <a:gd name="connsiteY3" fmla="*/ 498324 h 7226343"/>
              <a:gd name="connsiteX4" fmla="*/ 145956 w 1143009"/>
              <a:gd name="connsiteY4" fmla="*/ 145956 h 7226343"/>
              <a:gd name="connsiteX5" fmla="*/ 498325 w 1143009"/>
              <a:gd name="connsiteY5" fmla="*/ 1 h 7226343"/>
              <a:gd name="connsiteX6" fmla="*/ 498324 w 1143009"/>
              <a:gd name="connsiteY6" fmla="*/ 0 h 7226343"/>
              <a:gd name="connsiteX7" fmla="*/ 498324 w 1143009"/>
              <a:gd name="connsiteY7" fmla="*/ 0 h 7226343"/>
              <a:gd name="connsiteX8" fmla="*/ 850692 w 1143009"/>
              <a:gd name="connsiteY8" fmla="*/ 145956 h 7226343"/>
              <a:gd name="connsiteX9" fmla="*/ 996647 w 1143009"/>
              <a:gd name="connsiteY9" fmla="*/ 498325 h 7226343"/>
              <a:gd name="connsiteX10" fmla="*/ 1143009 w 1143009"/>
              <a:gd name="connsiteY10" fmla="*/ 7226343 h 7226343"/>
              <a:gd name="connsiteX0" fmla="*/ 0 w 1095577"/>
              <a:gd name="connsiteY0" fmla="*/ 6971904 h 7197301"/>
              <a:gd name="connsiteX1" fmla="*/ 0 w 1095577"/>
              <a:gd name="connsiteY1" fmla="*/ 6971904 h 7197301"/>
              <a:gd name="connsiteX2" fmla="*/ 0 w 1095577"/>
              <a:gd name="connsiteY2" fmla="*/ 6971904 h 7197301"/>
              <a:gd name="connsiteX3" fmla="*/ 0 w 1095577"/>
              <a:gd name="connsiteY3" fmla="*/ 498324 h 7197301"/>
              <a:gd name="connsiteX4" fmla="*/ 145956 w 1095577"/>
              <a:gd name="connsiteY4" fmla="*/ 145956 h 7197301"/>
              <a:gd name="connsiteX5" fmla="*/ 498325 w 1095577"/>
              <a:gd name="connsiteY5" fmla="*/ 1 h 7197301"/>
              <a:gd name="connsiteX6" fmla="*/ 498324 w 1095577"/>
              <a:gd name="connsiteY6" fmla="*/ 0 h 7197301"/>
              <a:gd name="connsiteX7" fmla="*/ 498324 w 1095577"/>
              <a:gd name="connsiteY7" fmla="*/ 0 h 7197301"/>
              <a:gd name="connsiteX8" fmla="*/ 850692 w 1095577"/>
              <a:gd name="connsiteY8" fmla="*/ 145956 h 7197301"/>
              <a:gd name="connsiteX9" fmla="*/ 996647 w 1095577"/>
              <a:gd name="connsiteY9" fmla="*/ 498325 h 7197301"/>
              <a:gd name="connsiteX10" fmla="*/ 1095577 w 1095577"/>
              <a:gd name="connsiteY10" fmla="*/ 7197301 h 7197301"/>
              <a:gd name="connsiteX0" fmla="*/ 0 w 1045874"/>
              <a:gd name="connsiteY0" fmla="*/ 6971904 h 7103308"/>
              <a:gd name="connsiteX1" fmla="*/ 0 w 1045874"/>
              <a:gd name="connsiteY1" fmla="*/ 6971904 h 7103308"/>
              <a:gd name="connsiteX2" fmla="*/ 0 w 1045874"/>
              <a:gd name="connsiteY2" fmla="*/ 6971904 h 7103308"/>
              <a:gd name="connsiteX3" fmla="*/ 0 w 1045874"/>
              <a:gd name="connsiteY3" fmla="*/ 498324 h 7103308"/>
              <a:gd name="connsiteX4" fmla="*/ 145956 w 1045874"/>
              <a:gd name="connsiteY4" fmla="*/ 145956 h 7103308"/>
              <a:gd name="connsiteX5" fmla="*/ 498325 w 1045874"/>
              <a:gd name="connsiteY5" fmla="*/ 1 h 7103308"/>
              <a:gd name="connsiteX6" fmla="*/ 498324 w 1045874"/>
              <a:gd name="connsiteY6" fmla="*/ 0 h 7103308"/>
              <a:gd name="connsiteX7" fmla="*/ 498324 w 1045874"/>
              <a:gd name="connsiteY7" fmla="*/ 0 h 7103308"/>
              <a:gd name="connsiteX8" fmla="*/ 850692 w 1045874"/>
              <a:gd name="connsiteY8" fmla="*/ 145956 h 7103308"/>
              <a:gd name="connsiteX9" fmla="*/ 996647 w 1045874"/>
              <a:gd name="connsiteY9" fmla="*/ 498325 h 7103308"/>
              <a:gd name="connsiteX10" fmla="*/ 1045874 w 1045874"/>
              <a:gd name="connsiteY10" fmla="*/ 7103308 h 7103308"/>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 name="connsiteX0" fmla="*/ 0 w 1040884"/>
              <a:gd name="connsiteY0" fmla="*/ 6971904 h 7134813"/>
              <a:gd name="connsiteX1" fmla="*/ 0 w 1040884"/>
              <a:gd name="connsiteY1" fmla="*/ 6971904 h 7134813"/>
              <a:gd name="connsiteX2" fmla="*/ 0 w 1040884"/>
              <a:gd name="connsiteY2" fmla="*/ 6971904 h 7134813"/>
              <a:gd name="connsiteX3" fmla="*/ 0 w 1040884"/>
              <a:gd name="connsiteY3" fmla="*/ 498324 h 7134813"/>
              <a:gd name="connsiteX4" fmla="*/ 145956 w 1040884"/>
              <a:gd name="connsiteY4" fmla="*/ 145956 h 7134813"/>
              <a:gd name="connsiteX5" fmla="*/ 498325 w 1040884"/>
              <a:gd name="connsiteY5" fmla="*/ 1 h 7134813"/>
              <a:gd name="connsiteX6" fmla="*/ 498324 w 1040884"/>
              <a:gd name="connsiteY6" fmla="*/ 0 h 7134813"/>
              <a:gd name="connsiteX7" fmla="*/ 498324 w 1040884"/>
              <a:gd name="connsiteY7" fmla="*/ 0 h 7134813"/>
              <a:gd name="connsiteX8" fmla="*/ 850692 w 1040884"/>
              <a:gd name="connsiteY8" fmla="*/ 145956 h 7134813"/>
              <a:gd name="connsiteX9" fmla="*/ 996647 w 1040884"/>
              <a:gd name="connsiteY9" fmla="*/ 498325 h 7134813"/>
              <a:gd name="connsiteX10" fmla="*/ 1040884 w 1040884"/>
              <a:gd name="connsiteY10" fmla="*/ 7134813 h 713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0884" h="7134813">
                <a:moveTo>
                  <a:pt x="0" y="6971904"/>
                </a:moveTo>
                <a:lnTo>
                  <a:pt x="0" y="6971904"/>
                </a:lnTo>
                <a:lnTo>
                  <a:pt x="0" y="6971904"/>
                </a:lnTo>
                <a:lnTo>
                  <a:pt x="0" y="498324"/>
                </a:lnTo>
                <a:cubicBezTo>
                  <a:pt x="0" y="366160"/>
                  <a:pt x="52502" y="239410"/>
                  <a:pt x="145956" y="145956"/>
                </a:cubicBezTo>
                <a:cubicBezTo>
                  <a:pt x="239410" y="52502"/>
                  <a:pt x="366161" y="1"/>
                  <a:pt x="498325" y="1"/>
                </a:cubicBezTo>
                <a:lnTo>
                  <a:pt x="498324" y="0"/>
                </a:lnTo>
                <a:lnTo>
                  <a:pt x="498324" y="0"/>
                </a:lnTo>
                <a:cubicBezTo>
                  <a:pt x="630488" y="0"/>
                  <a:pt x="757238" y="52502"/>
                  <a:pt x="850692" y="145956"/>
                </a:cubicBezTo>
                <a:cubicBezTo>
                  <a:pt x="944146" y="239410"/>
                  <a:pt x="996647" y="366161"/>
                  <a:pt x="996647" y="498325"/>
                </a:cubicBezTo>
                <a:cubicBezTo>
                  <a:pt x="1030126" y="1663149"/>
                  <a:pt x="1037566" y="5867764"/>
                  <a:pt x="1040884" y="7134813"/>
                </a:cubicBezTo>
              </a:path>
            </a:pathLst>
          </a:custGeom>
          <a:solidFill>
            <a:schemeClr val="tx2">
              <a:alpha val="60000"/>
            </a:schemeClr>
          </a:solidFill>
          <a:ln>
            <a:solidFill>
              <a:schemeClr val="bg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Freeform 15"/>
          <p:cNvSpPr/>
          <p:nvPr/>
        </p:nvSpPr>
        <p:spPr>
          <a:xfrm rot="15660000">
            <a:off x="5752786" y="67657"/>
            <a:ext cx="967012" cy="6030348"/>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chemeClr val="bg2">
              <a:lumMod val="40000"/>
              <a:lumOff val="60000"/>
              <a:alpha val="8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7" name="Freeform 16"/>
          <p:cNvSpPr/>
          <p:nvPr/>
        </p:nvSpPr>
        <p:spPr>
          <a:xfrm rot="15669120">
            <a:off x="4038986" y="-17105"/>
            <a:ext cx="1788669" cy="8821162"/>
          </a:xfrm>
          <a:custGeom>
            <a:avLst/>
            <a:gdLst>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1503 w 2209695"/>
              <a:gd name="connsiteY10" fmla="*/ 8780893 h 9154402"/>
              <a:gd name="connsiteX11" fmla="*/ 0 w 2209695"/>
              <a:gd name="connsiteY11" fmla="*/ 1104848 h 9154402"/>
              <a:gd name="connsiteX12" fmla="*/ 323604 w 2209695"/>
              <a:gd name="connsiteY12" fmla="*/ 323603 h 9154402"/>
              <a:gd name="connsiteX13" fmla="*/ 1104850 w 2209695"/>
              <a:gd name="connsiteY13" fmla="*/ 2 h 9154402"/>
              <a:gd name="connsiteX14" fmla="*/ 1104848 w 2209695"/>
              <a:gd name="connsiteY14"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1503 w 2209695"/>
              <a:gd name="connsiteY9" fmla="*/ 8780893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1503 w 2209695"/>
              <a:gd name="connsiteY8" fmla="*/ 8780893 h 9154402"/>
              <a:gd name="connsiteX9" fmla="*/ 0 w 2209695"/>
              <a:gd name="connsiteY9" fmla="*/ 1104848 h 9154402"/>
              <a:gd name="connsiteX10" fmla="*/ 323604 w 2209695"/>
              <a:gd name="connsiteY10" fmla="*/ 323603 h 9154402"/>
              <a:gd name="connsiteX11" fmla="*/ 1104850 w 2209695"/>
              <a:gd name="connsiteY11" fmla="*/ 2 h 9154402"/>
              <a:gd name="connsiteX12" fmla="*/ 1104848 w 2209695"/>
              <a:gd name="connsiteY12" fmla="*/ 0 h 9154402"/>
              <a:gd name="connsiteX0" fmla="*/ 1144487 w 2249334"/>
              <a:gd name="connsiteY0" fmla="*/ 0 h 9154755"/>
              <a:gd name="connsiteX1" fmla="*/ 1144487 w 2249334"/>
              <a:gd name="connsiteY1" fmla="*/ 0 h 9154755"/>
              <a:gd name="connsiteX2" fmla="*/ 1925732 w 2249334"/>
              <a:gd name="connsiteY2" fmla="*/ 323604 h 9154755"/>
              <a:gd name="connsiteX3" fmla="*/ 2249333 w 2249334"/>
              <a:gd name="connsiteY3" fmla="*/ 1104850 h 9154755"/>
              <a:gd name="connsiteX4" fmla="*/ 2249334 w 2249334"/>
              <a:gd name="connsiteY4" fmla="*/ 9154402 h 9154755"/>
              <a:gd name="connsiteX5" fmla="*/ 2249334 w 2249334"/>
              <a:gd name="connsiteY5" fmla="*/ 9154402 h 9154755"/>
              <a:gd name="connsiteX6" fmla="*/ 2249334 w 2249334"/>
              <a:gd name="connsiteY6" fmla="*/ 9154402 h 9154755"/>
              <a:gd name="connsiteX7" fmla="*/ 0 w 2249334"/>
              <a:gd name="connsiteY7" fmla="*/ 9154755 h 9154755"/>
              <a:gd name="connsiteX8" fmla="*/ 41142 w 2249334"/>
              <a:gd name="connsiteY8" fmla="*/ 8780893 h 9154755"/>
              <a:gd name="connsiteX9" fmla="*/ 39639 w 2249334"/>
              <a:gd name="connsiteY9" fmla="*/ 1104848 h 9154755"/>
              <a:gd name="connsiteX10" fmla="*/ 363243 w 2249334"/>
              <a:gd name="connsiteY10" fmla="*/ 323603 h 9154755"/>
              <a:gd name="connsiteX11" fmla="*/ 1144489 w 2249334"/>
              <a:gd name="connsiteY11" fmla="*/ 2 h 9154755"/>
              <a:gd name="connsiteX12" fmla="*/ 1144487 w 2249334"/>
              <a:gd name="connsiteY12" fmla="*/ 0 h 9154755"/>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1503 w 2209695"/>
              <a:gd name="connsiteY7" fmla="*/ 8780893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37157 w 2209695"/>
              <a:gd name="connsiteY7" fmla="*/ 8792966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37157 w 2301135"/>
              <a:gd name="connsiteY0" fmla="*/ 8792966 h 9245842"/>
              <a:gd name="connsiteX1" fmla="*/ 0 w 2301135"/>
              <a:gd name="connsiteY1" fmla="*/ 1104848 h 9245842"/>
              <a:gd name="connsiteX2" fmla="*/ 323604 w 2301135"/>
              <a:gd name="connsiteY2" fmla="*/ 323603 h 9245842"/>
              <a:gd name="connsiteX3" fmla="*/ 1104850 w 2301135"/>
              <a:gd name="connsiteY3" fmla="*/ 2 h 9245842"/>
              <a:gd name="connsiteX4" fmla="*/ 1104848 w 2301135"/>
              <a:gd name="connsiteY4" fmla="*/ 0 h 9245842"/>
              <a:gd name="connsiteX5" fmla="*/ 1104848 w 2301135"/>
              <a:gd name="connsiteY5" fmla="*/ 0 h 9245842"/>
              <a:gd name="connsiteX6" fmla="*/ 1886093 w 2301135"/>
              <a:gd name="connsiteY6" fmla="*/ 323604 h 9245842"/>
              <a:gd name="connsiteX7" fmla="*/ 2209694 w 2301135"/>
              <a:gd name="connsiteY7" fmla="*/ 1104850 h 9245842"/>
              <a:gd name="connsiteX8" fmla="*/ 2209695 w 2301135"/>
              <a:gd name="connsiteY8" fmla="*/ 9154402 h 9245842"/>
              <a:gd name="connsiteX9" fmla="*/ 2209695 w 2301135"/>
              <a:gd name="connsiteY9" fmla="*/ 9154402 h 9245842"/>
              <a:gd name="connsiteX10" fmla="*/ 2301135 w 2301135"/>
              <a:gd name="connsiteY10" fmla="*/ 9245842 h 9245842"/>
              <a:gd name="connsiteX0" fmla="*/ 37157 w 2209695"/>
              <a:gd name="connsiteY0" fmla="*/ 8792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132845 w 2209695"/>
              <a:gd name="connsiteY0" fmla="*/ 885693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70836 w 2209695"/>
              <a:gd name="connsiteY0" fmla="*/ 8848823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695" h="9154402">
                <a:moveTo>
                  <a:pt x="70836" y="8848823"/>
                </a:moveTo>
                <a:lnTo>
                  <a:pt x="0" y="1104848"/>
                </a:lnTo>
                <a:cubicBezTo>
                  <a:pt x="0" y="811824"/>
                  <a:pt x="116404" y="530802"/>
                  <a:pt x="323604" y="323603"/>
                </a:cubicBezTo>
                <a:cubicBezTo>
                  <a:pt x="530804" y="116404"/>
                  <a:pt x="811826" y="1"/>
                  <a:pt x="1104850" y="2"/>
                </a:cubicBezTo>
                <a:lnTo>
                  <a:pt x="1104848" y="0"/>
                </a:lnTo>
                <a:lnTo>
                  <a:pt x="1104848" y="0"/>
                </a:lnTo>
                <a:cubicBezTo>
                  <a:pt x="1397872" y="0"/>
                  <a:pt x="1678894" y="116404"/>
                  <a:pt x="1886093" y="323604"/>
                </a:cubicBezTo>
                <a:cubicBezTo>
                  <a:pt x="2093292" y="530804"/>
                  <a:pt x="2209695" y="811826"/>
                  <a:pt x="2209694" y="1104850"/>
                </a:cubicBezTo>
                <a:cubicBezTo>
                  <a:pt x="2209694" y="3788034"/>
                  <a:pt x="2209695" y="6471218"/>
                  <a:pt x="2209695" y="9154402"/>
                </a:cubicBezTo>
                <a:lnTo>
                  <a:pt x="2209695" y="9154402"/>
                </a:lnTo>
              </a:path>
            </a:pathLst>
          </a:cu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8" name="Freeform 17"/>
          <p:cNvSpPr/>
          <p:nvPr/>
        </p:nvSpPr>
        <p:spPr>
          <a:xfrm rot="15660000">
            <a:off x="6127955" y="621077"/>
            <a:ext cx="932370" cy="5296611"/>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chemeClr val="tx2">
              <a:alpha val="5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9" name="Freeform 18"/>
          <p:cNvSpPr/>
          <p:nvPr/>
        </p:nvSpPr>
        <p:spPr>
          <a:xfrm rot="15660000">
            <a:off x="5624128" y="78644"/>
            <a:ext cx="962833" cy="6320186"/>
          </a:xfrm>
          <a:custGeom>
            <a:avLst/>
            <a:gdLst>
              <a:gd name="connsiteX0" fmla="*/ 457200 w 914400"/>
              <a:gd name="connsiteY0" fmla="*/ 0 h 6172200"/>
              <a:gd name="connsiteX1" fmla="*/ 457200 w 914400"/>
              <a:gd name="connsiteY1" fmla="*/ 0 h 6172200"/>
              <a:gd name="connsiteX2" fmla="*/ 780489 w 914400"/>
              <a:gd name="connsiteY2" fmla="*/ 133911 h 6172200"/>
              <a:gd name="connsiteX3" fmla="*/ 914399 w 914400"/>
              <a:gd name="connsiteY3" fmla="*/ 457201 h 6172200"/>
              <a:gd name="connsiteX4" fmla="*/ 914400 w 914400"/>
              <a:gd name="connsiteY4" fmla="*/ 6172200 h 6172200"/>
              <a:gd name="connsiteX5" fmla="*/ 914400 w 914400"/>
              <a:gd name="connsiteY5" fmla="*/ 6172200 h 6172200"/>
              <a:gd name="connsiteX6" fmla="*/ 914400 w 914400"/>
              <a:gd name="connsiteY6" fmla="*/ 6172200 h 6172200"/>
              <a:gd name="connsiteX7" fmla="*/ 0 w 914400"/>
              <a:gd name="connsiteY7" fmla="*/ 6172200 h 6172200"/>
              <a:gd name="connsiteX8" fmla="*/ 0 w 914400"/>
              <a:gd name="connsiteY8" fmla="*/ 6172200 h 6172200"/>
              <a:gd name="connsiteX9" fmla="*/ 0 w 914400"/>
              <a:gd name="connsiteY9" fmla="*/ 6172200 h 6172200"/>
              <a:gd name="connsiteX10" fmla="*/ 0 w 914400"/>
              <a:gd name="connsiteY10" fmla="*/ 457200 h 6172200"/>
              <a:gd name="connsiteX11" fmla="*/ 133911 w 914400"/>
              <a:gd name="connsiteY11" fmla="*/ 133911 h 6172200"/>
              <a:gd name="connsiteX12" fmla="*/ 457201 w 914400"/>
              <a:gd name="connsiteY12" fmla="*/ 1 h 6172200"/>
              <a:gd name="connsiteX13" fmla="*/ 457200 w 914400"/>
              <a:gd name="connsiteY13" fmla="*/ 0 h 6172200"/>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14400 w 953241"/>
              <a:gd name="connsiteY5" fmla="*/ 6172200 h 6328114"/>
              <a:gd name="connsiteX6" fmla="*/ 953241 w 953241"/>
              <a:gd name="connsiteY6" fmla="*/ 6328114 h 6328114"/>
              <a:gd name="connsiteX7" fmla="*/ 0 w 953241"/>
              <a:gd name="connsiteY7" fmla="*/ 6172200 h 6328114"/>
              <a:gd name="connsiteX8" fmla="*/ 0 w 953241"/>
              <a:gd name="connsiteY8" fmla="*/ 6172200 h 6328114"/>
              <a:gd name="connsiteX9" fmla="*/ 0 w 953241"/>
              <a:gd name="connsiteY9" fmla="*/ 6172200 h 6328114"/>
              <a:gd name="connsiteX10" fmla="*/ 0 w 953241"/>
              <a:gd name="connsiteY10" fmla="*/ 457200 h 6328114"/>
              <a:gd name="connsiteX11" fmla="*/ 133911 w 953241"/>
              <a:gd name="connsiteY11" fmla="*/ 133911 h 6328114"/>
              <a:gd name="connsiteX12" fmla="*/ 457201 w 953241"/>
              <a:gd name="connsiteY12" fmla="*/ 1 h 6328114"/>
              <a:gd name="connsiteX13" fmla="*/ 457200 w 953241"/>
              <a:gd name="connsiteY13"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14400 w 953241"/>
              <a:gd name="connsiteY4" fmla="*/ 6172200 h 6328114"/>
              <a:gd name="connsiteX5" fmla="*/ 953241 w 953241"/>
              <a:gd name="connsiteY5" fmla="*/ 6328114 h 6328114"/>
              <a:gd name="connsiteX6" fmla="*/ 0 w 953241"/>
              <a:gd name="connsiteY6" fmla="*/ 6172200 h 6328114"/>
              <a:gd name="connsiteX7" fmla="*/ 0 w 953241"/>
              <a:gd name="connsiteY7" fmla="*/ 6172200 h 6328114"/>
              <a:gd name="connsiteX8" fmla="*/ 0 w 953241"/>
              <a:gd name="connsiteY8" fmla="*/ 6172200 h 6328114"/>
              <a:gd name="connsiteX9" fmla="*/ 0 w 953241"/>
              <a:gd name="connsiteY9" fmla="*/ 457200 h 6328114"/>
              <a:gd name="connsiteX10" fmla="*/ 133911 w 953241"/>
              <a:gd name="connsiteY10" fmla="*/ 133911 h 6328114"/>
              <a:gd name="connsiteX11" fmla="*/ 457201 w 953241"/>
              <a:gd name="connsiteY11" fmla="*/ 1 h 6328114"/>
              <a:gd name="connsiteX12" fmla="*/ 457200 w 953241"/>
              <a:gd name="connsiteY12" fmla="*/ 0 h 6328114"/>
              <a:gd name="connsiteX0" fmla="*/ 457200 w 1105641"/>
              <a:gd name="connsiteY0" fmla="*/ 0 h 6328114"/>
              <a:gd name="connsiteX1" fmla="*/ 457200 w 1105641"/>
              <a:gd name="connsiteY1" fmla="*/ 0 h 6328114"/>
              <a:gd name="connsiteX2" fmla="*/ 780489 w 1105641"/>
              <a:gd name="connsiteY2" fmla="*/ 133911 h 6328114"/>
              <a:gd name="connsiteX3" fmla="*/ 914399 w 1105641"/>
              <a:gd name="connsiteY3" fmla="*/ 457201 h 6328114"/>
              <a:gd name="connsiteX4" fmla="*/ 953241 w 1105641"/>
              <a:gd name="connsiteY4" fmla="*/ 6328114 h 6328114"/>
              <a:gd name="connsiteX5" fmla="*/ 0 w 1105641"/>
              <a:gd name="connsiteY5" fmla="*/ 6172200 h 6328114"/>
              <a:gd name="connsiteX6" fmla="*/ 0 w 1105641"/>
              <a:gd name="connsiteY6" fmla="*/ 6172200 h 6328114"/>
              <a:gd name="connsiteX7" fmla="*/ 0 w 1105641"/>
              <a:gd name="connsiteY7" fmla="*/ 6172200 h 6328114"/>
              <a:gd name="connsiteX8" fmla="*/ 0 w 1105641"/>
              <a:gd name="connsiteY8" fmla="*/ 457200 h 6328114"/>
              <a:gd name="connsiteX9" fmla="*/ 133911 w 1105641"/>
              <a:gd name="connsiteY9" fmla="*/ 133911 h 6328114"/>
              <a:gd name="connsiteX10" fmla="*/ 457201 w 1105641"/>
              <a:gd name="connsiteY10" fmla="*/ 1 h 6328114"/>
              <a:gd name="connsiteX11" fmla="*/ 457200 w 1105641"/>
              <a:gd name="connsiteY11" fmla="*/ 0 h 6328114"/>
              <a:gd name="connsiteX0" fmla="*/ 457200 w 953241"/>
              <a:gd name="connsiteY0" fmla="*/ 0 h 6328114"/>
              <a:gd name="connsiteX1" fmla="*/ 457200 w 953241"/>
              <a:gd name="connsiteY1" fmla="*/ 0 h 6328114"/>
              <a:gd name="connsiteX2" fmla="*/ 780489 w 953241"/>
              <a:gd name="connsiteY2" fmla="*/ 133911 h 6328114"/>
              <a:gd name="connsiteX3" fmla="*/ 914399 w 953241"/>
              <a:gd name="connsiteY3" fmla="*/ 457201 h 6328114"/>
              <a:gd name="connsiteX4" fmla="*/ 953241 w 953241"/>
              <a:gd name="connsiteY4" fmla="*/ 6328114 h 6328114"/>
              <a:gd name="connsiteX5" fmla="*/ 0 w 953241"/>
              <a:gd name="connsiteY5" fmla="*/ 6172200 h 6328114"/>
              <a:gd name="connsiteX6" fmla="*/ 0 w 953241"/>
              <a:gd name="connsiteY6" fmla="*/ 6172200 h 6328114"/>
              <a:gd name="connsiteX7" fmla="*/ 0 w 953241"/>
              <a:gd name="connsiteY7" fmla="*/ 6172200 h 6328114"/>
              <a:gd name="connsiteX8" fmla="*/ 0 w 953241"/>
              <a:gd name="connsiteY8" fmla="*/ 457200 h 6328114"/>
              <a:gd name="connsiteX9" fmla="*/ 133911 w 953241"/>
              <a:gd name="connsiteY9" fmla="*/ 133911 h 6328114"/>
              <a:gd name="connsiteX10" fmla="*/ 457201 w 953241"/>
              <a:gd name="connsiteY10" fmla="*/ 1 h 6328114"/>
              <a:gd name="connsiteX11" fmla="*/ 457200 w 953241"/>
              <a:gd name="connsiteY11" fmla="*/ 0 h 6328114"/>
              <a:gd name="connsiteX0" fmla="*/ 457200 w 943191"/>
              <a:gd name="connsiteY0" fmla="*/ 0 h 6312729"/>
              <a:gd name="connsiteX1" fmla="*/ 457200 w 943191"/>
              <a:gd name="connsiteY1" fmla="*/ 0 h 6312729"/>
              <a:gd name="connsiteX2" fmla="*/ 780489 w 943191"/>
              <a:gd name="connsiteY2" fmla="*/ 133911 h 6312729"/>
              <a:gd name="connsiteX3" fmla="*/ 914399 w 943191"/>
              <a:gd name="connsiteY3" fmla="*/ 457201 h 6312729"/>
              <a:gd name="connsiteX4" fmla="*/ 942064 w 943191"/>
              <a:gd name="connsiteY4" fmla="*/ 6312729 h 6312729"/>
              <a:gd name="connsiteX5" fmla="*/ 0 w 943191"/>
              <a:gd name="connsiteY5" fmla="*/ 6172200 h 6312729"/>
              <a:gd name="connsiteX6" fmla="*/ 0 w 943191"/>
              <a:gd name="connsiteY6" fmla="*/ 6172200 h 6312729"/>
              <a:gd name="connsiteX7" fmla="*/ 0 w 943191"/>
              <a:gd name="connsiteY7" fmla="*/ 6172200 h 6312729"/>
              <a:gd name="connsiteX8" fmla="*/ 0 w 943191"/>
              <a:gd name="connsiteY8" fmla="*/ 457200 h 6312729"/>
              <a:gd name="connsiteX9" fmla="*/ 133911 w 943191"/>
              <a:gd name="connsiteY9" fmla="*/ 133911 h 6312729"/>
              <a:gd name="connsiteX10" fmla="*/ 457201 w 943191"/>
              <a:gd name="connsiteY10" fmla="*/ 1 h 6312729"/>
              <a:gd name="connsiteX11" fmla="*/ 457200 w 943191"/>
              <a:gd name="connsiteY11" fmla="*/ 0 h 6312729"/>
              <a:gd name="connsiteX0" fmla="*/ 0 w 1033504"/>
              <a:gd name="connsiteY0" fmla="*/ 6172200 h 6404169"/>
              <a:gd name="connsiteX1" fmla="*/ 0 w 1033504"/>
              <a:gd name="connsiteY1" fmla="*/ 6172200 h 6404169"/>
              <a:gd name="connsiteX2" fmla="*/ 0 w 1033504"/>
              <a:gd name="connsiteY2" fmla="*/ 6172200 h 6404169"/>
              <a:gd name="connsiteX3" fmla="*/ 0 w 1033504"/>
              <a:gd name="connsiteY3" fmla="*/ 457200 h 6404169"/>
              <a:gd name="connsiteX4" fmla="*/ 133911 w 1033504"/>
              <a:gd name="connsiteY4" fmla="*/ 133911 h 6404169"/>
              <a:gd name="connsiteX5" fmla="*/ 457201 w 1033504"/>
              <a:gd name="connsiteY5" fmla="*/ 1 h 6404169"/>
              <a:gd name="connsiteX6" fmla="*/ 457200 w 1033504"/>
              <a:gd name="connsiteY6" fmla="*/ 0 h 6404169"/>
              <a:gd name="connsiteX7" fmla="*/ 457200 w 1033504"/>
              <a:gd name="connsiteY7" fmla="*/ 0 h 6404169"/>
              <a:gd name="connsiteX8" fmla="*/ 780489 w 1033504"/>
              <a:gd name="connsiteY8" fmla="*/ 133911 h 6404169"/>
              <a:gd name="connsiteX9" fmla="*/ 914399 w 1033504"/>
              <a:gd name="connsiteY9" fmla="*/ 457201 h 6404169"/>
              <a:gd name="connsiteX10" fmla="*/ 1033504 w 1033504"/>
              <a:gd name="connsiteY10" fmla="*/ 6404169 h 6404169"/>
              <a:gd name="connsiteX0" fmla="*/ 0 w 1007327"/>
              <a:gd name="connsiteY0" fmla="*/ 6172200 h 6354462"/>
              <a:gd name="connsiteX1" fmla="*/ 0 w 1007327"/>
              <a:gd name="connsiteY1" fmla="*/ 6172200 h 6354462"/>
              <a:gd name="connsiteX2" fmla="*/ 0 w 1007327"/>
              <a:gd name="connsiteY2" fmla="*/ 6172200 h 6354462"/>
              <a:gd name="connsiteX3" fmla="*/ 0 w 1007327"/>
              <a:gd name="connsiteY3" fmla="*/ 457200 h 6354462"/>
              <a:gd name="connsiteX4" fmla="*/ 133911 w 1007327"/>
              <a:gd name="connsiteY4" fmla="*/ 133911 h 6354462"/>
              <a:gd name="connsiteX5" fmla="*/ 457201 w 1007327"/>
              <a:gd name="connsiteY5" fmla="*/ 1 h 6354462"/>
              <a:gd name="connsiteX6" fmla="*/ 457200 w 1007327"/>
              <a:gd name="connsiteY6" fmla="*/ 0 h 6354462"/>
              <a:gd name="connsiteX7" fmla="*/ 457200 w 1007327"/>
              <a:gd name="connsiteY7" fmla="*/ 0 h 6354462"/>
              <a:gd name="connsiteX8" fmla="*/ 780489 w 1007327"/>
              <a:gd name="connsiteY8" fmla="*/ 133911 h 6354462"/>
              <a:gd name="connsiteX9" fmla="*/ 914399 w 1007327"/>
              <a:gd name="connsiteY9" fmla="*/ 457201 h 6354462"/>
              <a:gd name="connsiteX10" fmla="*/ 1007327 w 1007327"/>
              <a:gd name="connsiteY10" fmla="*/ 6354462 h 6354462"/>
              <a:gd name="connsiteX0" fmla="*/ 0 w 1029242"/>
              <a:gd name="connsiteY0" fmla="*/ 6172200 h 6330704"/>
              <a:gd name="connsiteX1" fmla="*/ 0 w 1029242"/>
              <a:gd name="connsiteY1" fmla="*/ 6172200 h 6330704"/>
              <a:gd name="connsiteX2" fmla="*/ 0 w 1029242"/>
              <a:gd name="connsiteY2" fmla="*/ 6172200 h 6330704"/>
              <a:gd name="connsiteX3" fmla="*/ 0 w 1029242"/>
              <a:gd name="connsiteY3" fmla="*/ 457200 h 6330704"/>
              <a:gd name="connsiteX4" fmla="*/ 133911 w 1029242"/>
              <a:gd name="connsiteY4" fmla="*/ 133911 h 6330704"/>
              <a:gd name="connsiteX5" fmla="*/ 457201 w 1029242"/>
              <a:gd name="connsiteY5" fmla="*/ 1 h 6330704"/>
              <a:gd name="connsiteX6" fmla="*/ 457200 w 1029242"/>
              <a:gd name="connsiteY6" fmla="*/ 0 h 6330704"/>
              <a:gd name="connsiteX7" fmla="*/ 457200 w 1029242"/>
              <a:gd name="connsiteY7" fmla="*/ 0 h 6330704"/>
              <a:gd name="connsiteX8" fmla="*/ 780489 w 1029242"/>
              <a:gd name="connsiteY8" fmla="*/ 133911 h 6330704"/>
              <a:gd name="connsiteX9" fmla="*/ 914399 w 1029242"/>
              <a:gd name="connsiteY9" fmla="*/ 457201 h 6330704"/>
              <a:gd name="connsiteX10" fmla="*/ 1029242 w 1029242"/>
              <a:gd name="connsiteY10" fmla="*/ 6330704 h 6330704"/>
              <a:gd name="connsiteX0" fmla="*/ 0 w 964937"/>
              <a:gd name="connsiteY0" fmla="*/ 6172200 h 6306905"/>
              <a:gd name="connsiteX1" fmla="*/ 0 w 964937"/>
              <a:gd name="connsiteY1" fmla="*/ 6172200 h 6306905"/>
              <a:gd name="connsiteX2" fmla="*/ 0 w 964937"/>
              <a:gd name="connsiteY2" fmla="*/ 6172200 h 6306905"/>
              <a:gd name="connsiteX3" fmla="*/ 0 w 964937"/>
              <a:gd name="connsiteY3" fmla="*/ 457200 h 6306905"/>
              <a:gd name="connsiteX4" fmla="*/ 133911 w 964937"/>
              <a:gd name="connsiteY4" fmla="*/ 133911 h 6306905"/>
              <a:gd name="connsiteX5" fmla="*/ 457201 w 964937"/>
              <a:gd name="connsiteY5" fmla="*/ 1 h 6306905"/>
              <a:gd name="connsiteX6" fmla="*/ 457200 w 964937"/>
              <a:gd name="connsiteY6" fmla="*/ 0 h 6306905"/>
              <a:gd name="connsiteX7" fmla="*/ 457200 w 964937"/>
              <a:gd name="connsiteY7" fmla="*/ 0 h 6306905"/>
              <a:gd name="connsiteX8" fmla="*/ 780489 w 964937"/>
              <a:gd name="connsiteY8" fmla="*/ 133911 h 6306905"/>
              <a:gd name="connsiteX9" fmla="*/ 914399 w 964937"/>
              <a:gd name="connsiteY9" fmla="*/ 457201 h 6306905"/>
              <a:gd name="connsiteX10" fmla="*/ 964937 w 964937"/>
              <a:gd name="connsiteY10" fmla="*/ 6306905 h 6306905"/>
              <a:gd name="connsiteX0" fmla="*/ 0 w 958626"/>
              <a:gd name="connsiteY0" fmla="*/ 6172200 h 6346750"/>
              <a:gd name="connsiteX1" fmla="*/ 0 w 958626"/>
              <a:gd name="connsiteY1" fmla="*/ 6172200 h 6346750"/>
              <a:gd name="connsiteX2" fmla="*/ 0 w 958626"/>
              <a:gd name="connsiteY2" fmla="*/ 6172200 h 6346750"/>
              <a:gd name="connsiteX3" fmla="*/ 0 w 958626"/>
              <a:gd name="connsiteY3" fmla="*/ 457200 h 6346750"/>
              <a:gd name="connsiteX4" fmla="*/ 133911 w 958626"/>
              <a:gd name="connsiteY4" fmla="*/ 133911 h 6346750"/>
              <a:gd name="connsiteX5" fmla="*/ 457201 w 958626"/>
              <a:gd name="connsiteY5" fmla="*/ 1 h 6346750"/>
              <a:gd name="connsiteX6" fmla="*/ 457200 w 958626"/>
              <a:gd name="connsiteY6" fmla="*/ 0 h 6346750"/>
              <a:gd name="connsiteX7" fmla="*/ 457200 w 958626"/>
              <a:gd name="connsiteY7" fmla="*/ 0 h 6346750"/>
              <a:gd name="connsiteX8" fmla="*/ 780489 w 958626"/>
              <a:gd name="connsiteY8" fmla="*/ 133911 h 6346750"/>
              <a:gd name="connsiteX9" fmla="*/ 914399 w 958626"/>
              <a:gd name="connsiteY9" fmla="*/ 457201 h 6346750"/>
              <a:gd name="connsiteX10" fmla="*/ 958626 w 958626"/>
              <a:gd name="connsiteY10" fmla="*/ 6346750 h 6346750"/>
              <a:gd name="connsiteX0" fmla="*/ 0 w 960730"/>
              <a:gd name="connsiteY0" fmla="*/ 6172200 h 6333468"/>
              <a:gd name="connsiteX1" fmla="*/ 0 w 960730"/>
              <a:gd name="connsiteY1" fmla="*/ 6172200 h 6333468"/>
              <a:gd name="connsiteX2" fmla="*/ 0 w 960730"/>
              <a:gd name="connsiteY2" fmla="*/ 6172200 h 6333468"/>
              <a:gd name="connsiteX3" fmla="*/ 0 w 960730"/>
              <a:gd name="connsiteY3" fmla="*/ 457200 h 6333468"/>
              <a:gd name="connsiteX4" fmla="*/ 133911 w 960730"/>
              <a:gd name="connsiteY4" fmla="*/ 133911 h 6333468"/>
              <a:gd name="connsiteX5" fmla="*/ 457201 w 960730"/>
              <a:gd name="connsiteY5" fmla="*/ 1 h 6333468"/>
              <a:gd name="connsiteX6" fmla="*/ 457200 w 960730"/>
              <a:gd name="connsiteY6" fmla="*/ 0 h 6333468"/>
              <a:gd name="connsiteX7" fmla="*/ 457200 w 960730"/>
              <a:gd name="connsiteY7" fmla="*/ 0 h 6333468"/>
              <a:gd name="connsiteX8" fmla="*/ 780489 w 960730"/>
              <a:gd name="connsiteY8" fmla="*/ 133911 h 6333468"/>
              <a:gd name="connsiteX9" fmla="*/ 914399 w 960730"/>
              <a:gd name="connsiteY9" fmla="*/ 457201 h 6333468"/>
              <a:gd name="connsiteX10" fmla="*/ 960730 w 960730"/>
              <a:gd name="connsiteY10" fmla="*/ 6333468 h 6333468"/>
              <a:gd name="connsiteX0" fmla="*/ 0 w 962833"/>
              <a:gd name="connsiteY0" fmla="*/ 6172200 h 6320186"/>
              <a:gd name="connsiteX1" fmla="*/ 0 w 962833"/>
              <a:gd name="connsiteY1" fmla="*/ 6172200 h 6320186"/>
              <a:gd name="connsiteX2" fmla="*/ 0 w 962833"/>
              <a:gd name="connsiteY2" fmla="*/ 6172200 h 6320186"/>
              <a:gd name="connsiteX3" fmla="*/ 0 w 962833"/>
              <a:gd name="connsiteY3" fmla="*/ 457200 h 6320186"/>
              <a:gd name="connsiteX4" fmla="*/ 133911 w 962833"/>
              <a:gd name="connsiteY4" fmla="*/ 133911 h 6320186"/>
              <a:gd name="connsiteX5" fmla="*/ 457201 w 962833"/>
              <a:gd name="connsiteY5" fmla="*/ 1 h 6320186"/>
              <a:gd name="connsiteX6" fmla="*/ 457200 w 962833"/>
              <a:gd name="connsiteY6" fmla="*/ 0 h 6320186"/>
              <a:gd name="connsiteX7" fmla="*/ 457200 w 962833"/>
              <a:gd name="connsiteY7" fmla="*/ 0 h 6320186"/>
              <a:gd name="connsiteX8" fmla="*/ 780489 w 962833"/>
              <a:gd name="connsiteY8" fmla="*/ 133911 h 6320186"/>
              <a:gd name="connsiteX9" fmla="*/ 914399 w 962833"/>
              <a:gd name="connsiteY9" fmla="*/ 457201 h 6320186"/>
              <a:gd name="connsiteX10" fmla="*/ 962833 w 962833"/>
              <a:gd name="connsiteY10" fmla="*/ 6320186 h 632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2833" h="6320186">
                <a:moveTo>
                  <a:pt x="0" y="6172200"/>
                </a:moveTo>
                <a:lnTo>
                  <a:pt x="0" y="6172200"/>
                </a:lnTo>
                <a:lnTo>
                  <a:pt x="0" y="6172200"/>
                </a:lnTo>
                <a:lnTo>
                  <a:pt x="0" y="457200"/>
                </a:lnTo>
                <a:cubicBezTo>
                  <a:pt x="0" y="335943"/>
                  <a:pt x="48169" y="219652"/>
                  <a:pt x="133911" y="133911"/>
                </a:cubicBezTo>
                <a:cubicBezTo>
                  <a:pt x="219653" y="48169"/>
                  <a:pt x="335944" y="0"/>
                  <a:pt x="457201" y="1"/>
                </a:cubicBezTo>
                <a:lnTo>
                  <a:pt x="457200" y="0"/>
                </a:lnTo>
                <a:lnTo>
                  <a:pt x="457200" y="0"/>
                </a:lnTo>
                <a:cubicBezTo>
                  <a:pt x="578457" y="0"/>
                  <a:pt x="694748" y="48169"/>
                  <a:pt x="780489" y="133911"/>
                </a:cubicBezTo>
                <a:cubicBezTo>
                  <a:pt x="866231" y="219653"/>
                  <a:pt x="914400" y="335944"/>
                  <a:pt x="914399" y="457201"/>
                </a:cubicBezTo>
                <a:cubicBezTo>
                  <a:pt x="943191" y="1489568"/>
                  <a:pt x="870354" y="4525828"/>
                  <a:pt x="962833" y="6320186"/>
                </a:cubicBezTo>
              </a:path>
            </a:pathLst>
          </a:custGeom>
          <a:solidFill>
            <a:srgbClr val="073779">
              <a:alpha val="50000"/>
            </a:srgbClr>
          </a:solidFill>
          <a:ln w="25400">
            <a:solidFill>
              <a:schemeClr val="accent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0" name="Freeform 19"/>
          <p:cNvSpPr/>
          <p:nvPr/>
        </p:nvSpPr>
        <p:spPr>
          <a:xfrm rot="15660000">
            <a:off x="6395227" y="411412"/>
            <a:ext cx="552099" cy="5104822"/>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099" h="5109912">
                <a:moveTo>
                  <a:pt x="0" y="5016061"/>
                </a:moveTo>
                <a:lnTo>
                  <a:pt x="0" y="5016061"/>
                </a:lnTo>
                <a:lnTo>
                  <a:pt x="0" y="251460"/>
                </a:ln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36054" y="5039297"/>
                  <a:pt x="552099" y="5109912"/>
                </a:cubicBezTo>
              </a:path>
            </a:pathLst>
          </a:custGeom>
          <a:solidFill>
            <a:schemeClr val="accent1">
              <a:alpha val="30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1" name="Freeform 20"/>
          <p:cNvSpPr/>
          <p:nvPr/>
        </p:nvSpPr>
        <p:spPr>
          <a:xfrm rot="15660000">
            <a:off x="7468982" y="1865445"/>
            <a:ext cx="528237" cy="2948568"/>
          </a:xfrm>
          <a:custGeom>
            <a:avLst/>
            <a:gdLst>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502920 w 502920"/>
              <a:gd name="connsiteY6" fmla="*/ 5016061 h 5016061"/>
              <a:gd name="connsiteX7" fmla="*/ 0 w 502920"/>
              <a:gd name="connsiteY7" fmla="*/ 5016061 h 5016061"/>
              <a:gd name="connsiteX8" fmla="*/ 0 w 502920"/>
              <a:gd name="connsiteY8" fmla="*/ 5016061 h 5016061"/>
              <a:gd name="connsiteX9" fmla="*/ 0 w 502920"/>
              <a:gd name="connsiteY9" fmla="*/ 5016061 h 5016061"/>
              <a:gd name="connsiteX10" fmla="*/ 0 w 502920"/>
              <a:gd name="connsiteY10" fmla="*/ 251460 h 5016061"/>
              <a:gd name="connsiteX11" fmla="*/ 73651 w 502920"/>
              <a:gd name="connsiteY11" fmla="*/ 73651 h 5016061"/>
              <a:gd name="connsiteX12" fmla="*/ 251460 w 502920"/>
              <a:gd name="connsiteY12" fmla="*/ 0 h 5016061"/>
              <a:gd name="connsiteX0" fmla="*/ 251460 w 545528"/>
              <a:gd name="connsiteY0" fmla="*/ 0 h 5090883"/>
              <a:gd name="connsiteX1" fmla="*/ 251460 w 545528"/>
              <a:gd name="connsiteY1" fmla="*/ 0 h 5090883"/>
              <a:gd name="connsiteX2" fmla="*/ 429269 w 545528"/>
              <a:gd name="connsiteY2" fmla="*/ 73651 h 5090883"/>
              <a:gd name="connsiteX3" fmla="*/ 502920 w 545528"/>
              <a:gd name="connsiteY3" fmla="*/ 251460 h 5090883"/>
              <a:gd name="connsiteX4" fmla="*/ 502920 w 545528"/>
              <a:gd name="connsiteY4" fmla="*/ 5016061 h 5090883"/>
              <a:gd name="connsiteX5" fmla="*/ 502920 w 545528"/>
              <a:gd name="connsiteY5" fmla="*/ 5016061 h 5090883"/>
              <a:gd name="connsiteX6" fmla="*/ 545528 w 545528"/>
              <a:gd name="connsiteY6" fmla="*/ 5090883 h 5090883"/>
              <a:gd name="connsiteX7" fmla="*/ 0 w 545528"/>
              <a:gd name="connsiteY7" fmla="*/ 5016061 h 5090883"/>
              <a:gd name="connsiteX8" fmla="*/ 0 w 545528"/>
              <a:gd name="connsiteY8" fmla="*/ 5016061 h 5090883"/>
              <a:gd name="connsiteX9" fmla="*/ 0 w 545528"/>
              <a:gd name="connsiteY9" fmla="*/ 5016061 h 5090883"/>
              <a:gd name="connsiteX10" fmla="*/ 0 w 545528"/>
              <a:gd name="connsiteY10" fmla="*/ 251460 h 5090883"/>
              <a:gd name="connsiteX11" fmla="*/ 73651 w 545528"/>
              <a:gd name="connsiteY11" fmla="*/ 73651 h 5090883"/>
              <a:gd name="connsiteX12" fmla="*/ 251460 w 545528"/>
              <a:gd name="connsiteY12" fmla="*/ 0 h 5090883"/>
              <a:gd name="connsiteX0" fmla="*/ 251460 w 502920"/>
              <a:gd name="connsiteY0" fmla="*/ 0 h 5016061"/>
              <a:gd name="connsiteX1" fmla="*/ 251460 w 502920"/>
              <a:gd name="connsiteY1" fmla="*/ 0 h 5016061"/>
              <a:gd name="connsiteX2" fmla="*/ 429269 w 502920"/>
              <a:gd name="connsiteY2" fmla="*/ 73651 h 5016061"/>
              <a:gd name="connsiteX3" fmla="*/ 502920 w 502920"/>
              <a:gd name="connsiteY3" fmla="*/ 251460 h 5016061"/>
              <a:gd name="connsiteX4" fmla="*/ 502920 w 502920"/>
              <a:gd name="connsiteY4" fmla="*/ 5016061 h 5016061"/>
              <a:gd name="connsiteX5" fmla="*/ 502920 w 502920"/>
              <a:gd name="connsiteY5" fmla="*/ 5016061 h 5016061"/>
              <a:gd name="connsiteX6" fmla="*/ 0 w 502920"/>
              <a:gd name="connsiteY6" fmla="*/ 5016061 h 5016061"/>
              <a:gd name="connsiteX7" fmla="*/ 0 w 502920"/>
              <a:gd name="connsiteY7" fmla="*/ 5016061 h 5016061"/>
              <a:gd name="connsiteX8" fmla="*/ 0 w 502920"/>
              <a:gd name="connsiteY8" fmla="*/ 5016061 h 5016061"/>
              <a:gd name="connsiteX9" fmla="*/ 0 w 502920"/>
              <a:gd name="connsiteY9" fmla="*/ 251460 h 5016061"/>
              <a:gd name="connsiteX10" fmla="*/ 73651 w 502920"/>
              <a:gd name="connsiteY10" fmla="*/ 73651 h 5016061"/>
              <a:gd name="connsiteX11" fmla="*/ 251460 w 502920"/>
              <a:gd name="connsiteY11" fmla="*/ 0 h 5016061"/>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02920 w 578872"/>
              <a:gd name="connsiteY5" fmla="*/ 5016061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51179 w 578872"/>
              <a:gd name="connsiteY5" fmla="*/ 4969246 h 5090304"/>
              <a:gd name="connsiteX6" fmla="*/ 578872 w 578872"/>
              <a:gd name="connsiteY6" fmla="*/ 5090304 h 5090304"/>
              <a:gd name="connsiteX7" fmla="*/ 0 w 578872"/>
              <a:gd name="connsiteY7" fmla="*/ 5016061 h 5090304"/>
              <a:gd name="connsiteX8" fmla="*/ 0 w 578872"/>
              <a:gd name="connsiteY8" fmla="*/ 5016061 h 5090304"/>
              <a:gd name="connsiteX9" fmla="*/ 0 w 578872"/>
              <a:gd name="connsiteY9" fmla="*/ 5016061 h 5090304"/>
              <a:gd name="connsiteX10" fmla="*/ 0 w 578872"/>
              <a:gd name="connsiteY10" fmla="*/ 251460 h 5090304"/>
              <a:gd name="connsiteX11" fmla="*/ 73651 w 578872"/>
              <a:gd name="connsiteY11" fmla="*/ 73651 h 5090304"/>
              <a:gd name="connsiteX12" fmla="*/ 251460 w 578872"/>
              <a:gd name="connsiteY12"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02920 w 578872"/>
              <a:gd name="connsiteY4" fmla="*/ 5016061 h 5090304"/>
              <a:gd name="connsiteX5" fmla="*/ 578872 w 578872"/>
              <a:gd name="connsiteY5" fmla="*/ 5090304 h 5090304"/>
              <a:gd name="connsiteX6" fmla="*/ 0 w 578872"/>
              <a:gd name="connsiteY6" fmla="*/ 5016061 h 5090304"/>
              <a:gd name="connsiteX7" fmla="*/ 0 w 578872"/>
              <a:gd name="connsiteY7" fmla="*/ 5016061 h 5090304"/>
              <a:gd name="connsiteX8" fmla="*/ 0 w 578872"/>
              <a:gd name="connsiteY8" fmla="*/ 5016061 h 5090304"/>
              <a:gd name="connsiteX9" fmla="*/ 0 w 578872"/>
              <a:gd name="connsiteY9" fmla="*/ 251460 h 5090304"/>
              <a:gd name="connsiteX10" fmla="*/ 73651 w 578872"/>
              <a:gd name="connsiteY10" fmla="*/ 73651 h 5090304"/>
              <a:gd name="connsiteX11" fmla="*/ 251460 w 578872"/>
              <a:gd name="connsiteY11" fmla="*/ 0 h 5090304"/>
              <a:gd name="connsiteX0" fmla="*/ 251460 w 578872"/>
              <a:gd name="connsiteY0" fmla="*/ 0 h 5090304"/>
              <a:gd name="connsiteX1" fmla="*/ 251460 w 578872"/>
              <a:gd name="connsiteY1" fmla="*/ 0 h 5090304"/>
              <a:gd name="connsiteX2" fmla="*/ 429269 w 578872"/>
              <a:gd name="connsiteY2" fmla="*/ 73651 h 5090304"/>
              <a:gd name="connsiteX3" fmla="*/ 502920 w 578872"/>
              <a:gd name="connsiteY3" fmla="*/ 251460 h 5090304"/>
              <a:gd name="connsiteX4" fmla="*/ 578872 w 578872"/>
              <a:gd name="connsiteY4" fmla="*/ 5090304 h 5090304"/>
              <a:gd name="connsiteX5" fmla="*/ 0 w 578872"/>
              <a:gd name="connsiteY5" fmla="*/ 5016061 h 5090304"/>
              <a:gd name="connsiteX6" fmla="*/ 0 w 578872"/>
              <a:gd name="connsiteY6" fmla="*/ 5016061 h 5090304"/>
              <a:gd name="connsiteX7" fmla="*/ 0 w 578872"/>
              <a:gd name="connsiteY7" fmla="*/ 5016061 h 5090304"/>
              <a:gd name="connsiteX8" fmla="*/ 0 w 578872"/>
              <a:gd name="connsiteY8" fmla="*/ 251460 h 5090304"/>
              <a:gd name="connsiteX9" fmla="*/ 73651 w 578872"/>
              <a:gd name="connsiteY9" fmla="*/ 73651 h 5090304"/>
              <a:gd name="connsiteX10" fmla="*/ 251460 w 578872"/>
              <a:gd name="connsiteY10" fmla="*/ 0 h 5090304"/>
              <a:gd name="connsiteX0" fmla="*/ 0 w 670312"/>
              <a:gd name="connsiteY0" fmla="*/ 5016061 h 5181744"/>
              <a:gd name="connsiteX1" fmla="*/ 0 w 670312"/>
              <a:gd name="connsiteY1" fmla="*/ 5016061 h 5181744"/>
              <a:gd name="connsiteX2" fmla="*/ 0 w 670312"/>
              <a:gd name="connsiteY2" fmla="*/ 5016061 h 5181744"/>
              <a:gd name="connsiteX3" fmla="*/ 0 w 670312"/>
              <a:gd name="connsiteY3" fmla="*/ 251460 h 5181744"/>
              <a:gd name="connsiteX4" fmla="*/ 73651 w 670312"/>
              <a:gd name="connsiteY4" fmla="*/ 73651 h 5181744"/>
              <a:gd name="connsiteX5" fmla="*/ 251460 w 670312"/>
              <a:gd name="connsiteY5" fmla="*/ 0 h 5181744"/>
              <a:gd name="connsiteX6" fmla="*/ 251460 w 670312"/>
              <a:gd name="connsiteY6" fmla="*/ 0 h 5181744"/>
              <a:gd name="connsiteX7" fmla="*/ 429269 w 670312"/>
              <a:gd name="connsiteY7" fmla="*/ 73651 h 5181744"/>
              <a:gd name="connsiteX8" fmla="*/ 502920 w 670312"/>
              <a:gd name="connsiteY8" fmla="*/ 251460 h 5181744"/>
              <a:gd name="connsiteX9" fmla="*/ 670312 w 670312"/>
              <a:gd name="connsiteY9" fmla="*/ 5181744 h 5181744"/>
              <a:gd name="connsiteX0" fmla="*/ 0 w 572254"/>
              <a:gd name="connsiteY0" fmla="*/ 5016061 h 5084525"/>
              <a:gd name="connsiteX1" fmla="*/ 0 w 572254"/>
              <a:gd name="connsiteY1" fmla="*/ 5016061 h 5084525"/>
              <a:gd name="connsiteX2" fmla="*/ 0 w 572254"/>
              <a:gd name="connsiteY2" fmla="*/ 5016061 h 5084525"/>
              <a:gd name="connsiteX3" fmla="*/ 0 w 572254"/>
              <a:gd name="connsiteY3" fmla="*/ 251460 h 5084525"/>
              <a:gd name="connsiteX4" fmla="*/ 73651 w 572254"/>
              <a:gd name="connsiteY4" fmla="*/ 73651 h 5084525"/>
              <a:gd name="connsiteX5" fmla="*/ 251460 w 572254"/>
              <a:gd name="connsiteY5" fmla="*/ 0 h 5084525"/>
              <a:gd name="connsiteX6" fmla="*/ 251460 w 572254"/>
              <a:gd name="connsiteY6" fmla="*/ 0 h 5084525"/>
              <a:gd name="connsiteX7" fmla="*/ 429269 w 572254"/>
              <a:gd name="connsiteY7" fmla="*/ 73651 h 5084525"/>
              <a:gd name="connsiteX8" fmla="*/ 502920 w 572254"/>
              <a:gd name="connsiteY8" fmla="*/ 251460 h 5084525"/>
              <a:gd name="connsiteX9" fmla="*/ 572254 w 572254"/>
              <a:gd name="connsiteY9" fmla="*/ 5084525 h 5084525"/>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70150"/>
              <a:gd name="connsiteY0" fmla="*/ 5016061 h 5097807"/>
              <a:gd name="connsiteX1" fmla="*/ 0 w 570150"/>
              <a:gd name="connsiteY1" fmla="*/ 5016061 h 5097807"/>
              <a:gd name="connsiteX2" fmla="*/ 0 w 570150"/>
              <a:gd name="connsiteY2" fmla="*/ 5016061 h 5097807"/>
              <a:gd name="connsiteX3" fmla="*/ 0 w 570150"/>
              <a:gd name="connsiteY3" fmla="*/ 251460 h 5097807"/>
              <a:gd name="connsiteX4" fmla="*/ 73651 w 570150"/>
              <a:gd name="connsiteY4" fmla="*/ 73651 h 5097807"/>
              <a:gd name="connsiteX5" fmla="*/ 251460 w 570150"/>
              <a:gd name="connsiteY5" fmla="*/ 0 h 5097807"/>
              <a:gd name="connsiteX6" fmla="*/ 251460 w 570150"/>
              <a:gd name="connsiteY6" fmla="*/ 0 h 5097807"/>
              <a:gd name="connsiteX7" fmla="*/ 429269 w 570150"/>
              <a:gd name="connsiteY7" fmla="*/ 73651 h 5097807"/>
              <a:gd name="connsiteX8" fmla="*/ 502920 w 570150"/>
              <a:gd name="connsiteY8" fmla="*/ 251460 h 5097807"/>
              <a:gd name="connsiteX9" fmla="*/ 570150 w 570150"/>
              <a:gd name="connsiteY9" fmla="*/ 5097807 h 5097807"/>
              <a:gd name="connsiteX0" fmla="*/ 0 w 552099"/>
              <a:gd name="connsiteY0" fmla="*/ 5016061 h 5109913"/>
              <a:gd name="connsiteX1" fmla="*/ 0 w 552099"/>
              <a:gd name="connsiteY1" fmla="*/ 5016061 h 5109913"/>
              <a:gd name="connsiteX2" fmla="*/ 0 w 552099"/>
              <a:gd name="connsiteY2" fmla="*/ 5016061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7708 w 552099"/>
              <a:gd name="connsiteY2" fmla="*/ 5018867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0 w 552099"/>
              <a:gd name="connsiteY0" fmla="*/ 5016061 h 5109913"/>
              <a:gd name="connsiteX1" fmla="*/ 0 w 552099"/>
              <a:gd name="connsiteY1" fmla="*/ 5016061 h 5109913"/>
              <a:gd name="connsiteX2" fmla="*/ 11177 w 552099"/>
              <a:gd name="connsiteY2" fmla="*/ 5031459 h 5109913"/>
              <a:gd name="connsiteX3" fmla="*/ 0 w 552099"/>
              <a:gd name="connsiteY3" fmla="*/ 251460 h 5109913"/>
              <a:gd name="connsiteX4" fmla="*/ 73651 w 552099"/>
              <a:gd name="connsiteY4" fmla="*/ 73651 h 5109913"/>
              <a:gd name="connsiteX5" fmla="*/ 251460 w 552099"/>
              <a:gd name="connsiteY5" fmla="*/ 0 h 5109913"/>
              <a:gd name="connsiteX6" fmla="*/ 251460 w 552099"/>
              <a:gd name="connsiteY6" fmla="*/ 0 h 5109913"/>
              <a:gd name="connsiteX7" fmla="*/ 429269 w 552099"/>
              <a:gd name="connsiteY7" fmla="*/ 73651 h 5109913"/>
              <a:gd name="connsiteX8" fmla="*/ 502920 w 552099"/>
              <a:gd name="connsiteY8" fmla="*/ 251460 h 5109913"/>
              <a:gd name="connsiteX9" fmla="*/ 552099 w 552099"/>
              <a:gd name="connsiteY9" fmla="*/ 5109913 h 5109913"/>
              <a:gd name="connsiteX0" fmla="*/ 14979 w 567078"/>
              <a:gd name="connsiteY0" fmla="*/ 5016061 h 5109913"/>
              <a:gd name="connsiteX1" fmla="*/ 14979 w 567078"/>
              <a:gd name="connsiteY1" fmla="*/ 5016061 h 5109913"/>
              <a:gd name="connsiteX2" fmla="*/ 5903 w 567078"/>
              <a:gd name="connsiteY2" fmla="*/ 4987363 h 5109913"/>
              <a:gd name="connsiteX3" fmla="*/ 14979 w 567078"/>
              <a:gd name="connsiteY3" fmla="*/ 251460 h 5109913"/>
              <a:gd name="connsiteX4" fmla="*/ 88630 w 567078"/>
              <a:gd name="connsiteY4" fmla="*/ 73651 h 5109913"/>
              <a:gd name="connsiteX5" fmla="*/ 266439 w 567078"/>
              <a:gd name="connsiteY5" fmla="*/ 0 h 5109913"/>
              <a:gd name="connsiteX6" fmla="*/ 266439 w 567078"/>
              <a:gd name="connsiteY6" fmla="*/ 0 h 5109913"/>
              <a:gd name="connsiteX7" fmla="*/ 444248 w 567078"/>
              <a:gd name="connsiteY7" fmla="*/ 73651 h 5109913"/>
              <a:gd name="connsiteX8" fmla="*/ 517899 w 567078"/>
              <a:gd name="connsiteY8" fmla="*/ 251460 h 5109913"/>
              <a:gd name="connsiteX9" fmla="*/ 567078 w 567078"/>
              <a:gd name="connsiteY9" fmla="*/ 5109913 h 5109913"/>
              <a:gd name="connsiteX0" fmla="*/ 0 w 552099"/>
              <a:gd name="connsiteY0" fmla="*/ 5016061 h 5109913"/>
              <a:gd name="connsiteX1" fmla="*/ 0 w 552099"/>
              <a:gd name="connsiteY1" fmla="*/ 5016061 h 5109913"/>
              <a:gd name="connsiteX2" fmla="*/ 0 w 552099"/>
              <a:gd name="connsiteY2" fmla="*/ 251460 h 5109913"/>
              <a:gd name="connsiteX3" fmla="*/ 73651 w 552099"/>
              <a:gd name="connsiteY3" fmla="*/ 73651 h 5109913"/>
              <a:gd name="connsiteX4" fmla="*/ 251460 w 552099"/>
              <a:gd name="connsiteY4" fmla="*/ 0 h 5109913"/>
              <a:gd name="connsiteX5" fmla="*/ 251460 w 552099"/>
              <a:gd name="connsiteY5" fmla="*/ 0 h 5109913"/>
              <a:gd name="connsiteX6" fmla="*/ 429269 w 552099"/>
              <a:gd name="connsiteY6" fmla="*/ 73651 h 5109913"/>
              <a:gd name="connsiteX7" fmla="*/ 502920 w 552099"/>
              <a:gd name="connsiteY7" fmla="*/ 251460 h 5109913"/>
              <a:gd name="connsiteX8" fmla="*/ 552099 w 552099"/>
              <a:gd name="connsiteY8" fmla="*/ 5109913 h 5109913"/>
              <a:gd name="connsiteX0" fmla="*/ 0 w 558409"/>
              <a:gd name="connsiteY0" fmla="*/ 5016061 h 5070028"/>
              <a:gd name="connsiteX1" fmla="*/ 0 w 558409"/>
              <a:gd name="connsiteY1" fmla="*/ 5016061 h 5070028"/>
              <a:gd name="connsiteX2" fmla="*/ 0 w 558409"/>
              <a:gd name="connsiteY2" fmla="*/ 251460 h 5070028"/>
              <a:gd name="connsiteX3" fmla="*/ 73651 w 558409"/>
              <a:gd name="connsiteY3" fmla="*/ 73651 h 5070028"/>
              <a:gd name="connsiteX4" fmla="*/ 251460 w 558409"/>
              <a:gd name="connsiteY4" fmla="*/ 0 h 5070028"/>
              <a:gd name="connsiteX5" fmla="*/ 251460 w 558409"/>
              <a:gd name="connsiteY5" fmla="*/ 0 h 5070028"/>
              <a:gd name="connsiteX6" fmla="*/ 429269 w 558409"/>
              <a:gd name="connsiteY6" fmla="*/ 73651 h 5070028"/>
              <a:gd name="connsiteX7" fmla="*/ 502920 w 558409"/>
              <a:gd name="connsiteY7" fmla="*/ 251460 h 5070028"/>
              <a:gd name="connsiteX8" fmla="*/ 558409 w 558409"/>
              <a:gd name="connsiteY8" fmla="*/ 5070028 h 5070028"/>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7986 w 552099"/>
              <a:gd name="connsiteY2" fmla="*/ 5032128 h 5109912"/>
              <a:gd name="connsiteX3" fmla="*/ 0 w 552099"/>
              <a:gd name="connsiteY3" fmla="*/ 251460 h 5109912"/>
              <a:gd name="connsiteX4" fmla="*/ 73651 w 552099"/>
              <a:gd name="connsiteY4" fmla="*/ 73651 h 5109912"/>
              <a:gd name="connsiteX5" fmla="*/ 251460 w 552099"/>
              <a:gd name="connsiteY5" fmla="*/ 0 h 5109912"/>
              <a:gd name="connsiteX6" fmla="*/ 251460 w 552099"/>
              <a:gd name="connsiteY6" fmla="*/ 0 h 5109912"/>
              <a:gd name="connsiteX7" fmla="*/ 429269 w 552099"/>
              <a:gd name="connsiteY7" fmla="*/ 73651 h 5109912"/>
              <a:gd name="connsiteX8" fmla="*/ 502920 w 552099"/>
              <a:gd name="connsiteY8" fmla="*/ 251460 h 5109912"/>
              <a:gd name="connsiteX9" fmla="*/ 552099 w 552099"/>
              <a:gd name="connsiteY9"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0 w 552099"/>
              <a:gd name="connsiteY1" fmla="*/ 5016061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0 w 552099"/>
              <a:gd name="connsiteY0" fmla="*/ 5016061 h 5109912"/>
              <a:gd name="connsiteX1" fmla="*/ 328 w 552099"/>
              <a:gd name="connsiteY1" fmla="*/ 2862849 h 5109912"/>
              <a:gd name="connsiteX2" fmla="*/ 0 w 552099"/>
              <a:gd name="connsiteY2" fmla="*/ 251460 h 5109912"/>
              <a:gd name="connsiteX3" fmla="*/ 73651 w 552099"/>
              <a:gd name="connsiteY3" fmla="*/ 73651 h 5109912"/>
              <a:gd name="connsiteX4" fmla="*/ 251460 w 552099"/>
              <a:gd name="connsiteY4" fmla="*/ 0 h 5109912"/>
              <a:gd name="connsiteX5" fmla="*/ 251460 w 552099"/>
              <a:gd name="connsiteY5" fmla="*/ 0 h 5109912"/>
              <a:gd name="connsiteX6" fmla="*/ 429269 w 552099"/>
              <a:gd name="connsiteY6" fmla="*/ 73651 h 5109912"/>
              <a:gd name="connsiteX7" fmla="*/ 502920 w 552099"/>
              <a:gd name="connsiteY7" fmla="*/ 251460 h 5109912"/>
              <a:gd name="connsiteX8" fmla="*/ 552099 w 552099"/>
              <a:gd name="connsiteY8" fmla="*/ 5109912 h 5109912"/>
              <a:gd name="connsiteX0" fmla="*/ 328 w 552099"/>
              <a:gd name="connsiteY0" fmla="*/ 2862849 h 5109912"/>
              <a:gd name="connsiteX1" fmla="*/ 0 w 552099"/>
              <a:gd name="connsiteY1" fmla="*/ 251460 h 5109912"/>
              <a:gd name="connsiteX2" fmla="*/ 73651 w 552099"/>
              <a:gd name="connsiteY2" fmla="*/ 73651 h 5109912"/>
              <a:gd name="connsiteX3" fmla="*/ 251460 w 552099"/>
              <a:gd name="connsiteY3" fmla="*/ 0 h 5109912"/>
              <a:gd name="connsiteX4" fmla="*/ 251460 w 552099"/>
              <a:gd name="connsiteY4" fmla="*/ 0 h 5109912"/>
              <a:gd name="connsiteX5" fmla="*/ 429269 w 552099"/>
              <a:gd name="connsiteY5" fmla="*/ 73651 h 5109912"/>
              <a:gd name="connsiteX6" fmla="*/ 502920 w 552099"/>
              <a:gd name="connsiteY6" fmla="*/ 251460 h 5109912"/>
              <a:gd name="connsiteX7" fmla="*/ 552099 w 552099"/>
              <a:gd name="connsiteY7" fmla="*/ 5109912 h 5109912"/>
              <a:gd name="connsiteX0" fmla="*/ 328 w 543353"/>
              <a:gd name="connsiteY0" fmla="*/ 2862849 h 2928006"/>
              <a:gd name="connsiteX1" fmla="*/ 0 w 543353"/>
              <a:gd name="connsiteY1" fmla="*/ 251460 h 2928006"/>
              <a:gd name="connsiteX2" fmla="*/ 73651 w 543353"/>
              <a:gd name="connsiteY2" fmla="*/ 73651 h 2928006"/>
              <a:gd name="connsiteX3" fmla="*/ 251460 w 543353"/>
              <a:gd name="connsiteY3" fmla="*/ 0 h 2928006"/>
              <a:gd name="connsiteX4" fmla="*/ 251460 w 543353"/>
              <a:gd name="connsiteY4" fmla="*/ 0 h 2928006"/>
              <a:gd name="connsiteX5" fmla="*/ 429269 w 543353"/>
              <a:gd name="connsiteY5" fmla="*/ 73651 h 2928006"/>
              <a:gd name="connsiteX6" fmla="*/ 502920 w 543353"/>
              <a:gd name="connsiteY6" fmla="*/ 251460 h 2928006"/>
              <a:gd name="connsiteX7" fmla="*/ 543353 w 543353"/>
              <a:gd name="connsiteY7" fmla="*/ 2928006 h 2928006"/>
              <a:gd name="connsiteX0" fmla="*/ 328 w 537043"/>
              <a:gd name="connsiteY0" fmla="*/ 2862849 h 2967890"/>
              <a:gd name="connsiteX1" fmla="*/ 0 w 537043"/>
              <a:gd name="connsiteY1" fmla="*/ 251460 h 2967890"/>
              <a:gd name="connsiteX2" fmla="*/ 73651 w 537043"/>
              <a:gd name="connsiteY2" fmla="*/ 73651 h 2967890"/>
              <a:gd name="connsiteX3" fmla="*/ 251460 w 537043"/>
              <a:gd name="connsiteY3" fmla="*/ 0 h 2967890"/>
              <a:gd name="connsiteX4" fmla="*/ 251460 w 537043"/>
              <a:gd name="connsiteY4" fmla="*/ 0 h 2967890"/>
              <a:gd name="connsiteX5" fmla="*/ 429269 w 537043"/>
              <a:gd name="connsiteY5" fmla="*/ 73651 h 2967890"/>
              <a:gd name="connsiteX6" fmla="*/ 502920 w 537043"/>
              <a:gd name="connsiteY6" fmla="*/ 251460 h 2967890"/>
              <a:gd name="connsiteX7" fmla="*/ 537043 w 537043"/>
              <a:gd name="connsiteY7" fmla="*/ 2967890 h 2967890"/>
              <a:gd name="connsiteX0" fmla="*/ 328 w 528237"/>
              <a:gd name="connsiteY0" fmla="*/ 2862849 h 2951509"/>
              <a:gd name="connsiteX1" fmla="*/ 0 w 528237"/>
              <a:gd name="connsiteY1" fmla="*/ 251460 h 2951509"/>
              <a:gd name="connsiteX2" fmla="*/ 73651 w 528237"/>
              <a:gd name="connsiteY2" fmla="*/ 73651 h 2951509"/>
              <a:gd name="connsiteX3" fmla="*/ 251460 w 528237"/>
              <a:gd name="connsiteY3" fmla="*/ 0 h 2951509"/>
              <a:gd name="connsiteX4" fmla="*/ 251460 w 528237"/>
              <a:gd name="connsiteY4" fmla="*/ 0 h 2951509"/>
              <a:gd name="connsiteX5" fmla="*/ 429269 w 528237"/>
              <a:gd name="connsiteY5" fmla="*/ 73651 h 2951509"/>
              <a:gd name="connsiteX6" fmla="*/ 502920 w 528237"/>
              <a:gd name="connsiteY6" fmla="*/ 251460 h 2951509"/>
              <a:gd name="connsiteX7" fmla="*/ 524305 w 528237"/>
              <a:gd name="connsiteY7" fmla="*/ 2951509 h 295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8237" h="2951509">
                <a:moveTo>
                  <a:pt x="328" y="2862849"/>
                </a:moveTo>
                <a:cubicBezTo>
                  <a:pt x="219" y="1992386"/>
                  <a:pt x="109" y="1121923"/>
                  <a:pt x="0" y="251460"/>
                </a:cubicBezTo>
                <a:cubicBezTo>
                  <a:pt x="0" y="184769"/>
                  <a:pt x="26493" y="120809"/>
                  <a:pt x="73651" y="73651"/>
                </a:cubicBezTo>
                <a:cubicBezTo>
                  <a:pt x="120809" y="26493"/>
                  <a:pt x="184769" y="0"/>
                  <a:pt x="251460" y="0"/>
                </a:cubicBezTo>
                <a:lnTo>
                  <a:pt x="251460" y="0"/>
                </a:lnTo>
                <a:cubicBezTo>
                  <a:pt x="318151" y="0"/>
                  <a:pt x="382111" y="26493"/>
                  <a:pt x="429269" y="73651"/>
                </a:cubicBezTo>
                <a:cubicBezTo>
                  <a:pt x="476427" y="120809"/>
                  <a:pt x="502920" y="184769"/>
                  <a:pt x="502920" y="251460"/>
                </a:cubicBezTo>
                <a:cubicBezTo>
                  <a:pt x="528237" y="1864408"/>
                  <a:pt x="505702" y="918020"/>
                  <a:pt x="524305" y="2951509"/>
                </a:cubicBezTo>
              </a:path>
            </a:pathLst>
          </a:custGeom>
          <a:solidFill>
            <a:schemeClr val="accent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 name="Title 1"/>
          <p:cNvSpPr>
            <a:spLocks noGrp="1"/>
          </p:cNvSpPr>
          <p:nvPr>
            <p:ph type="title"/>
          </p:nvPr>
        </p:nvSpPr>
        <p:spPr>
          <a:xfrm rot="21060000">
            <a:off x="1252728" y="3566160"/>
            <a:ext cx="7324344" cy="1609344"/>
          </a:xfrm>
        </p:spPr>
        <p:txBody>
          <a:bodyPr anchor="b" anchorCtr="0"/>
          <a:lstStyle/>
          <a:p>
            <a:r>
              <a:rPr lang="en-US"/>
              <a:t>Click to edit Master title style</a:t>
            </a:r>
            <a:endParaRPr lang="en-US" dirty="0"/>
          </a:p>
        </p:txBody>
      </p:sp>
      <p:sp>
        <p:nvSpPr>
          <p:cNvPr id="23" name="Text Placeholder 22"/>
          <p:cNvSpPr>
            <a:spLocks noGrp="1"/>
          </p:cNvSpPr>
          <p:nvPr>
            <p:ph type="body" sz="quarter" idx="13" hasCustomPrompt="1"/>
          </p:nvPr>
        </p:nvSpPr>
        <p:spPr>
          <a:xfrm rot="21060000">
            <a:off x="2551176" y="4992624"/>
            <a:ext cx="6400800" cy="914400"/>
          </a:xfrm>
        </p:spPr>
        <p:txBody>
          <a:bodyPr anchor="ctr" anchorCtr="0"/>
          <a:lstStyle>
            <a:lvl1pPr marL="0" indent="0">
              <a:spcAft>
                <a:spcPts val="0"/>
              </a:spcAft>
              <a:buFontTx/>
              <a:buNone/>
              <a:defRPr>
                <a:effectLst/>
              </a:defRPr>
            </a:lvl1pPr>
            <a:lvl2pPr marL="349250" indent="0">
              <a:buFontTx/>
              <a:buNone/>
              <a:defRPr>
                <a:effectLst/>
              </a:defRPr>
            </a:lvl2pPr>
            <a:lvl3pPr marL="631825" indent="0">
              <a:buFontTx/>
              <a:buNone/>
              <a:defRPr>
                <a:effectLst/>
              </a:defRPr>
            </a:lvl3pPr>
            <a:lvl4pPr marL="914400" indent="0">
              <a:buFontTx/>
              <a:buNone/>
              <a:defRPr>
                <a:effectLst/>
              </a:defRPr>
            </a:lvl4pPr>
            <a:lvl5pPr marL="1196975" indent="0">
              <a:buFontTx/>
              <a:buNone/>
              <a:defRPr>
                <a:effectLst/>
              </a:defRPr>
            </a:lvl5pPr>
          </a:lstStyle>
          <a:p>
            <a:pPr lvl="0"/>
            <a:r>
              <a:rPr lang="en-US" dirty="0"/>
              <a:t>Click to edit Master subtitle style</a:t>
            </a:r>
          </a:p>
        </p:txBody>
      </p:sp>
      <p:sp>
        <p:nvSpPr>
          <p:cNvPr id="24" name="Picture Placeholder 2"/>
          <p:cNvSpPr>
            <a:spLocks noGrp="1"/>
          </p:cNvSpPr>
          <p:nvPr>
            <p:ph type="pic" idx="14"/>
          </p:nvPr>
        </p:nvSpPr>
        <p:spPr>
          <a:xfrm rot="21068552">
            <a:off x="914505" y="836686"/>
            <a:ext cx="3923711" cy="2804658"/>
          </a:xfrm>
          <a:prstGeom prst="roundRect">
            <a:avLst>
              <a:gd name="adj" fmla="val 7476"/>
            </a:avLst>
          </a:prstGeom>
          <a:ln w="63500">
            <a:solidFill>
              <a:schemeClr val="accent2"/>
            </a:solidFill>
          </a:ln>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Tree>
    <p:extLst>
      <p:ext uri="{BB962C8B-B14F-4D97-AF65-F5344CB8AC3E}">
        <p14:creationId xmlns:p14="http://schemas.microsoft.com/office/powerpoint/2010/main" val="2756298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ectionHeaderOverlay.png"/>
          <p:cNvPicPr>
            <a:picLocks noChangeAspect="1"/>
          </p:cNvPicPr>
          <p:nvPr/>
        </p:nvPicPr>
        <p:blipFill>
          <a:blip r:embed="rId2"/>
          <a:stretch>
            <a:fillRect/>
          </a:stretch>
        </p:blipFill>
        <p:spPr>
          <a:xfrm>
            <a:off x="0" y="0"/>
            <a:ext cx="9144000" cy="6858000"/>
          </a:xfrm>
          <a:prstGeom prst="rect">
            <a:avLst/>
          </a:prstGeom>
        </p:spPr>
      </p:pic>
      <p:sp>
        <p:nvSpPr>
          <p:cNvPr id="43" name="Freeform 42"/>
          <p:cNvSpPr/>
          <p:nvPr/>
        </p:nvSpPr>
        <p:spPr>
          <a:xfrm rot="4809906">
            <a:off x="3408662" y="1817251"/>
            <a:ext cx="1100209" cy="8104720"/>
          </a:xfrm>
          <a:custGeom>
            <a:avLst/>
            <a:gdLst>
              <a:gd name="connsiteX0" fmla="*/ 533400 w 1066800"/>
              <a:gd name="connsiteY0" fmla="*/ 0 h 8120268"/>
              <a:gd name="connsiteX1" fmla="*/ 533400 w 1066800"/>
              <a:gd name="connsiteY1" fmla="*/ 0 h 8120268"/>
              <a:gd name="connsiteX2" fmla="*/ 910571 w 1066800"/>
              <a:gd name="connsiteY2" fmla="*/ 156230 h 8120268"/>
              <a:gd name="connsiteX3" fmla="*/ 1066800 w 1066800"/>
              <a:gd name="connsiteY3" fmla="*/ 533401 h 8120268"/>
              <a:gd name="connsiteX4" fmla="*/ 1066800 w 1066800"/>
              <a:gd name="connsiteY4" fmla="*/ 8120268 h 8120268"/>
              <a:gd name="connsiteX5" fmla="*/ 1066800 w 1066800"/>
              <a:gd name="connsiteY5" fmla="*/ 8120268 h 8120268"/>
              <a:gd name="connsiteX6" fmla="*/ 1066800 w 1066800"/>
              <a:gd name="connsiteY6" fmla="*/ 8120268 h 8120268"/>
              <a:gd name="connsiteX7" fmla="*/ 0 w 1066800"/>
              <a:gd name="connsiteY7" fmla="*/ 8120268 h 8120268"/>
              <a:gd name="connsiteX8" fmla="*/ 0 w 1066800"/>
              <a:gd name="connsiteY8" fmla="*/ 8120268 h 8120268"/>
              <a:gd name="connsiteX9" fmla="*/ 0 w 1066800"/>
              <a:gd name="connsiteY9" fmla="*/ 8120268 h 8120268"/>
              <a:gd name="connsiteX10" fmla="*/ 0 w 1066800"/>
              <a:gd name="connsiteY10" fmla="*/ 533400 h 8120268"/>
              <a:gd name="connsiteX11" fmla="*/ 156230 w 1066800"/>
              <a:gd name="connsiteY11" fmla="*/ 156229 h 8120268"/>
              <a:gd name="connsiteX12" fmla="*/ 533401 w 1066800"/>
              <a:gd name="connsiteY12" fmla="*/ 0 h 8120268"/>
              <a:gd name="connsiteX13" fmla="*/ 533400 w 1066800"/>
              <a:gd name="connsiteY13" fmla="*/ 0 h 8120268"/>
              <a:gd name="connsiteX0" fmla="*/ 533400 w 1109411"/>
              <a:gd name="connsiteY0" fmla="*/ 602505 h 8722773"/>
              <a:gd name="connsiteX1" fmla="*/ 533400 w 1109411"/>
              <a:gd name="connsiteY1" fmla="*/ 602505 h 8722773"/>
              <a:gd name="connsiteX2" fmla="*/ 910571 w 1109411"/>
              <a:gd name="connsiteY2" fmla="*/ 758735 h 8722773"/>
              <a:gd name="connsiteX3" fmla="*/ 1066800 w 1109411"/>
              <a:gd name="connsiteY3" fmla="*/ 1135906 h 8722773"/>
              <a:gd name="connsiteX4" fmla="*/ 1109048 w 1109411"/>
              <a:gd name="connsiteY4" fmla="*/ 7478466 h 8722773"/>
              <a:gd name="connsiteX5" fmla="*/ 1066800 w 1109411"/>
              <a:gd name="connsiteY5" fmla="*/ 8722773 h 8722773"/>
              <a:gd name="connsiteX6" fmla="*/ 1066800 w 1109411"/>
              <a:gd name="connsiteY6" fmla="*/ 8722773 h 8722773"/>
              <a:gd name="connsiteX7" fmla="*/ 1066800 w 1109411"/>
              <a:gd name="connsiteY7" fmla="*/ 8722773 h 8722773"/>
              <a:gd name="connsiteX8" fmla="*/ 0 w 1109411"/>
              <a:gd name="connsiteY8" fmla="*/ 8722773 h 8722773"/>
              <a:gd name="connsiteX9" fmla="*/ 0 w 1109411"/>
              <a:gd name="connsiteY9" fmla="*/ 8722773 h 8722773"/>
              <a:gd name="connsiteX10" fmla="*/ 0 w 1109411"/>
              <a:gd name="connsiteY10" fmla="*/ 8722773 h 8722773"/>
              <a:gd name="connsiteX11" fmla="*/ 0 w 1109411"/>
              <a:gd name="connsiteY11" fmla="*/ 1135905 h 8722773"/>
              <a:gd name="connsiteX12" fmla="*/ 156230 w 1109411"/>
              <a:gd name="connsiteY12" fmla="*/ 758734 h 8722773"/>
              <a:gd name="connsiteX13" fmla="*/ 533401 w 1109411"/>
              <a:gd name="connsiteY13" fmla="*/ 602505 h 8722773"/>
              <a:gd name="connsiteX14" fmla="*/ 533400 w 1109411"/>
              <a:gd name="connsiteY14" fmla="*/ 602505 h 8722773"/>
              <a:gd name="connsiteX0" fmla="*/ 533400 w 1109411"/>
              <a:gd name="connsiteY0" fmla="*/ 602505 h 8722773"/>
              <a:gd name="connsiteX1" fmla="*/ 533400 w 1109411"/>
              <a:gd name="connsiteY1" fmla="*/ 602505 h 8722773"/>
              <a:gd name="connsiteX2" fmla="*/ 910571 w 1109411"/>
              <a:gd name="connsiteY2" fmla="*/ 758735 h 8722773"/>
              <a:gd name="connsiteX3" fmla="*/ 1066800 w 1109411"/>
              <a:gd name="connsiteY3" fmla="*/ 1135906 h 8722773"/>
              <a:gd name="connsiteX4" fmla="*/ 1109048 w 1109411"/>
              <a:gd name="connsiteY4" fmla="*/ 7478466 h 8722773"/>
              <a:gd name="connsiteX5" fmla="*/ 1066800 w 1109411"/>
              <a:gd name="connsiteY5" fmla="*/ 8722773 h 8722773"/>
              <a:gd name="connsiteX6" fmla="*/ 1066800 w 1109411"/>
              <a:gd name="connsiteY6" fmla="*/ 8722773 h 8722773"/>
              <a:gd name="connsiteX7" fmla="*/ 1066800 w 1109411"/>
              <a:gd name="connsiteY7" fmla="*/ 8722773 h 8722773"/>
              <a:gd name="connsiteX8" fmla="*/ 0 w 1109411"/>
              <a:gd name="connsiteY8" fmla="*/ 8722773 h 8722773"/>
              <a:gd name="connsiteX9" fmla="*/ 0 w 1109411"/>
              <a:gd name="connsiteY9" fmla="*/ 8722773 h 8722773"/>
              <a:gd name="connsiteX10" fmla="*/ 0 w 1109411"/>
              <a:gd name="connsiteY10" fmla="*/ 8722773 h 8722773"/>
              <a:gd name="connsiteX11" fmla="*/ 0 w 1109411"/>
              <a:gd name="connsiteY11" fmla="*/ 1135905 h 8722773"/>
              <a:gd name="connsiteX12" fmla="*/ 156230 w 1109411"/>
              <a:gd name="connsiteY12" fmla="*/ 758734 h 8722773"/>
              <a:gd name="connsiteX13" fmla="*/ 533401 w 1109411"/>
              <a:gd name="connsiteY13" fmla="*/ 602505 h 8722773"/>
              <a:gd name="connsiteX14" fmla="*/ 533400 w 1109411"/>
              <a:gd name="connsiteY14" fmla="*/ 602505 h 8722773"/>
              <a:gd name="connsiteX0" fmla="*/ 533400 w 1128952"/>
              <a:gd name="connsiteY0" fmla="*/ 602505 h 8722773"/>
              <a:gd name="connsiteX1" fmla="*/ 533400 w 1128952"/>
              <a:gd name="connsiteY1" fmla="*/ 602505 h 8722773"/>
              <a:gd name="connsiteX2" fmla="*/ 910571 w 1128952"/>
              <a:gd name="connsiteY2" fmla="*/ 758735 h 8722773"/>
              <a:gd name="connsiteX3" fmla="*/ 1066800 w 1128952"/>
              <a:gd name="connsiteY3" fmla="*/ 1135906 h 8722773"/>
              <a:gd name="connsiteX4" fmla="*/ 1109048 w 1128952"/>
              <a:gd name="connsiteY4" fmla="*/ 7478466 h 8722773"/>
              <a:gd name="connsiteX5" fmla="*/ 1066800 w 1128952"/>
              <a:gd name="connsiteY5" fmla="*/ 8722773 h 8722773"/>
              <a:gd name="connsiteX6" fmla="*/ 1066800 w 1128952"/>
              <a:gd name="connsiteY6" fmla="*/ 8722773 h 8722773"/>
              <a:gd name="connsiteX7" fmla="*/ 1066800 w 1128952"/>
              <a:gd name="connsiteY7" fmla="*/ 8722773 h 8722773"/>
              <a:gd name="connsiteX8" fmla="*/ 0 w 1128952"/>
              <a:gd name="connsiteY8" fmla="*/ 8722773 h 8722773"/>
              <a:gd name="connsiteX9" fmla="*/ 0 w 1128952"/>
              <a:gd name="connsiteY9" fmla="*/ 8722773 h 8722773"/>
              <a:gd name="connsiteX10" fmla="*/ 0 w 1128952"/>
              <a:gd name="connsiteY10" fmla="*/ 8722773 h 8722773"/>
              <a:gd name="connsiteX11" fmla="*/ 0 w 1128952"/>
              <a:gd name="connsiteY11" fmla="*/ 1135905 h 8722773"/>
              <a:gd name="connsiteX12" fmla="*/ 156230 w 1128952"/>
              <a:gd name="connsiteY12" fmla="*/ 758734 h 8722773"/>
              <a:gd name="connsiteX13" fmla="*/ 533401 w 1128952"/>
              <a:gd name="connsiteY13" fmla="*/ 602505 h 8722773"/>
              <a:gd name="connsiteX14" fmla="*/ 533400 w 1128952"/>
              <a:gd name="connsiteY14" fmla="*/ 602505 h 8722773"/>
              <a:gd name="connsiteX0" fmla="*/ 533400 w 1109048"/>
              <a:gd name="connsiteY0" fmla="*/ 602505 h 8722773"/>
              <a:gd name="connsiteX1" fmla="*/ 533400 w 1109048"/>
              <a:gd name="connsiteY1" fmla="*/ 602505 h 8722773"/>
              <a:gd name="connsiteX2" fmla="*/ 910571 w 1109048"/>
              <a:gd name="connsiteY2" fmla="*/ 758735 h 8722773"/>
              <a:gd name="connsiteX3" fmla="*/ 1066800 w 1109048"/>
              <a:gd name="connsiteY3" fmla="*/ 1135906 h 8722773"/>
              <a:gd name="connsiteX4" fmla="*/ 1109048 w 1109048"/>
              <a:gd name="connsiteY4" fmla="*/ 7478466 h 8722773"/>
              <a:gd name="connsiteX5" fmla="*/ 1066800 w 1109048"/>
              <a:gd name="connsiteY5" fmla="*/ 8722773 h 8722773"/>
              <a:gd name="connsiteX6" fmla="*/ 1066800 w 1109048"/>
              <a:gd name="connsiteY6" fmla="*/ 8722773 h 8722773"/>
              <a:gd name="connsiteX7" fmla="*/ 1066800 w 1109048"/>
              <a:gd name="connsiteY7" fmla="*/ 8722773 h 8722773"/>
              <a:gd name="connsiteX8" fmla="*/ 0 w 1109048"/>
              <a:gd name="connsiteY8" fmla="*/ 8722773 h 8722773"/>
              <a:gd name="connsiteX9" fmla="*/ 0 w 1109048"/>
              <a:gd name="connsiteY9" fmla="*/ 8722773 h 8722773"/>
              <a:gd name="connsiteX10" fmla="*/ 0 w 1109048"/>
              <a:gd name="connsiteY10" fmla="*/ 8722773 h 8722773"/>
              <a:gd name="connsiteX11" fmla="*/ 0 w 1109048"/>
              <a:gd name="connsiteY11" fmla="*/ 1135905 h 8722773"/>
              <a:gd name="connsiteX12" fmla="*/ 156230 w 1109048"/>
              <a:gd name="connsiteY12" fmla="*/ 758734 h 8722773"/>
              <a:gd name="connsiteX13" fmla="*/ 533401 w 1109048"/>
              <a:gd name="connsiteY13" fmla="*/ 602505 h 8722773"/>
              <a:gd name="connsiteX14" fmla="*/ 533400 w 1109048"/>
              <a:gd name="connsiteY14" fmla="*/ 602505 h 8722773"/>
              <a:gd name="connsiteX0" fmla="*/ 533400 w 1109048"/>
              <a:gd name="connsiteY0" fmla="*/ 602799 h 8723067"/>
              <a:gd name="connsiteX1" fmla="*/ 533400 w 1109048"/>
              <a:gd name="connsiteY1" fmla="*/ 602799 h 8723067"/>
              <a:gd name="connsiteX2" fmla="*/ 910571 w 1109048"/>
              <a:gd name="connsiteY2" fmla="*/ 759029 h 8723067"/>
              <a:gd name="connsiteX3" fmla="*/ 1066800 w 1109048"/>
              <a:gd name="connsiteY3" fmla="*/ 1136200 h 8723067"/>
              <a:gd name="connsiteX4" fmla="*/ 1109048 w 1109048"/>
              <a:gd name="connsiteY4" fmla="*/ 7478760 h 8723067"/>
              <a:gd name="connsiteX5" fmla="*/ 1066800 w 1109048"/>
              <a:gd name="connsiteY5" fmla="*/ 8723067 h 8723067"/>
              <a:gd name="connsiteX6" fmla="*/ 1066800 w 1109048"/>
              <a:gd name="connsiteY6" fmla="*/ 8723067 h 8723067"/>
              <a:gd name="connsiteX7" fmla="*/ 1066800 w 1109048"/>
              <a:gd name="connsiteY7" fmla="*/ 8723067 h 8723067"/>
              <a:gd name="connsiteX8" fmla="*/ 0 w 1109048"/>
              <a:gd name="connsiteY8" fmla="*/ 8723067 h 8723067"/>
              <a:gd name="connsiteX9" fmla="*/ 0 w 1109048"/>
              <a:gd name="connsiteY9" fmla="*/ 8723067 h 8723067"/>
              <a:gd name="connsiteX10" fmla="*/ 0 w 1109048"/>
              <a:gd name="connsiteY10" fmla="*/ 8723067 h 8723067"/>
              <a:gd name="connsiteX11" fmla="*/ 0 w 1109048"/>
              <a:gd name="connsiteY11" fmla="*/ 1136199 h 8723067"/>
              <a:gd name="connsiteX12" fmla="*/ 156230 w 1109048"/>
              <a:gd name="connsiteY12" fmla="*/ 759028 h 8723067"/>
              <a:gd name="connsiteX13" fmla="*/ 533401 w 1109048"/>
              <a:gd name="connsiteY13" fmla="*/ 602799 h 8723067"/>
              <a:gd name="connsiteX14" fmla="*/ 533400 w 1109048"/>
              <a:gd name="connsiteY14" fmla="*/ 602799 h 8723067"/>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1066800 w 1109048"/>
              <a:gd name="connsiteY7" fmla="*/ 8120268 h 8120268"/>
              <a:gd name="connsiteX8" fmla="*/ 0 w 1109048"/>
              <a:gd name="connsiteY8" fmla="*/ 8120268 h 8120268"/>
              <a:gd name="connsiteX9" fmla="*/ 0 w 1109048"/>
              <a:gd name="connsiteY9" fmla="*/ 8120268 h 8120268"/>
              <a:gd name="connsiteX10" fmla="*/ 0 w 1109048"/>
              <a:gd name="connsiteY10" fmla="*/ 8120268 h 8120268"/>
              <a:gd name="connsiteX11" fmla="*/ 0 w 1109048"/>
              <a:gd name="connsiteY11" fmla="*/ 533400 h 8120268"/>
              <a:gd name="connsiteX12" fmla="*/ 156230 w 1109048"/>
              <a:gd name="connsiteY12" fmla="*/ 156229 h 8120268"/>
              <a:gd name="connsiteX13" fmla="*/ 533401 w 1109048"/>
              <a:gd name="connsiteY13" fmla="*/ 0 h 8120268"/>
              <a:gd name="connsiteX14" fmla="*/ 533400 w 1109048"/>
              <a:gd name="connsiteY14"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852372 w 1109048"/>
              <a:gd name="connsiteY7" fmla="*/ 8083096 h 8120268"/>
              <a:gd name="connsiteX8" fmla="*/ 0 w 1109048"/>
              <a:gd name="connsiteY8" fmla="*/ 8120268 h 8120268"/>
              <a:gd name="connsiteX9" fmla="*/ 0 w 1109048"/>
              <a:gd name="connsiteY9" fmla="*/ 8120268 h 8120268"/>
              <a:gd name="connsiteX10" fmla="*/ 0 w 1109048"/>
              <a:gd name="connsiteY10" fmla="*/ 8120268 h 8120268"/>
              <a:gd name="connsiteX11" fmla="*/ 0 w 1109048"/>
              <a:gd name="connsiteY11" fmla="*/ 533400 h 8120268"/>
              <a:gd name="connsiteX12" fmla="*/ 156230 w 1109048"/>
              <a:gd name="connsiteY12" fmla="*/ 156229 h 8120268"/>
              <a:gd name="connsiteX13" fmla="*/ 533401 w 1109048"/>
              <a:gd name="connsiteY13" fmla="*/ 0 h 8120268"/>
              <a:gd name="connsiteX14" fmla="*/ 533400 w 1109048"/>
              <a:gd name="connsiteY14"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1084010 w 1109048"/>
              <a:gd name="connsiteY7" fmla="*/ 8053661 h 8120268"/>
              <a:gd name="connsiteX8" fmla="*/ 852372 w 1109048"/>
              <a:gd name="connsiteY8" fmla="*/ 8083096 h 8120268"/>
              <a:gd name="connsiteX9" fmla="*/ 0 w 1109048"/>
              <a:gd name="connsiteY9" fmla="*/ 8120268 h 8120268"/>
              <a:gd name="connsiteX10" fmla="*/ 0 w 1109048"/>
              <a:gd name="connsiteY10" fmla="*/ 8120268 h 8120268"/>
              <a:gd name="connsiteX11" fmla="*/ 0 w 1109048"/>
              <a:gd name="connsiteY11" fmla="*/ 8120268 h 8120268"/>
              <a:gd name="connsiteX12" fmla="*/ 0 w 1109048"/>
              <a:gd name="connsiteY12" fmla="*/ 533400 h 8120268"/>
              <a:gd name="connsiteX13" fmla="*/ 156230 w 1109048"/>
              <a:gd name="connsiteY13" fmla="*/ 156229 h 8120268"/>
              <a:gd name="connsiteX14" fmla="*/ 533401 w 1109048"/>
              <a:gd name="connsiteY14" fmla="*/ 0 h 8120268"/>
              <a:gd name="connsiteX15" fmla="*/ 533400 w 1109048"/>
              <a:gd name="connsiteY15"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1066800 w 1109048"/>
              <a:gd name="connsiteY6" fmla="*/ 8120268 h 8120268"/>
              <a:gd name="connsiteX7" fmla="*/ 852372 w 1109048"/>
              <a:gd name="connsiteY7" fmla="*/ 8083096 h 8120268"/>
              <a:gd name="connsiteX8" fmla="*/ 0 w 1109048"/>
              <a:gd name="connsiteY8" fmla="*/ 8120268 h 8120268"/>
              <a:gd name="connsiteX9" fmla="*/ 0 w 1109048"/>
              <a:gd name="connsiteY9" fmla="*/ 8120268 h 8120268"/>
              <a:gd name="connsiteX10" fmla="*/ 0 w 1109048"/>
              <a:gd name="connsiteY10" fmla="*/ 8120268 h 8120268"/>
              <a:gd name="connsiteX11" fmla="*/ 0 w 1109048"/>
              <a:gd name="connsiteY11" fmla="*/ 533400 h 8120268"/>
              <a:gd name="connsiteX12" fmla="*/ 156230 w 1109048"/>
              <a:gd name="connsiteY12" fmla="*/ 156229 h 8120268"/>
              <a:gd name="connsiteX13" fmla="*/ 533401 w 1109048"/>
              <a:gd name="connsiteY13" fmla="*/ 0 h 8120268"/>
              <a:gd name="connsiteX14" fmla="*/ 533400 w 1109048"/>
              <a:gd name="connsiteY14"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1066800 w 1109048"/>
              <a:gd name="connsiteY5" fmla="*/ 8120268 h 8120268"/>
              <a:gd name="connsiteX6" fmla="*/ 852372 w 1109048"/>
              <a:gd name="connsiteY6" fmla="*/ 8083096 h 8120268"/>
              <a:gd name="connsiteX7" fmla="*/ 0 w 1109048"/>
              <a:gd name="connsiteY7" fmla="*/ 8120268 h 8120268"/>
              <a:gd name="connsiteX8" fmla="*/ 0 w 1109048"/>
              <a:gd name="connsiteY8" fmla="*/ 8120268 h 8120268"/>
              <a:gd name="connsiteX9" fmla="*/ 0 w 1109048"/>
              <a:gd name="connsiteY9" fmla="*/ 8120268 h 8120268"/>
              <a:gd name="connsiteX10" fmla="*/ 0 w 1109048"/>
              <a:gd name="connsiteY10" fmla="*/ 533400 h 8120268"/>
              <a:gd name="connsiteX11" fmla="*/ 156230 w 1109048"/>
              <a:gd name="connsiteY11" fmla="*/ 156229 h 8120268"/>
              <a:gd name="connsiteX12" fmla="*/ 533401 w 1109048"/>
              <a:gd name="connsiteY12" fmla="*/ 0 h 8120268"/>
              <a:gd name="connsiteX13" fmla="*/ 533400 w 1109048"/>
              <a:gd name="connsiteY13"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852372 w 1109048"/>
              <a:gd name="connsiteY5" fmla="*/ 8083096 h 8120268"/>
              <a:gd name="connsiteX6" fmla="*/ 0 w 1109048"/>
              <a:gd name="connsiteY6" fmla="*/ 8120268 h 8120268"/>
              <a:gd name="connsiteX7" fmla="*/ 0 w 1109048"/>
              <a:gd name="connsiteY7" fmla="*/ 8120268 h 8120268"/>
              <a:gd name="connsiteX8" fmla="*/ 0 w 1109048"/>
              <a:gd name="connsiteY8" fmla="*/ 8120268 h 8120268"/>
              <a:gd name="connsiteX9" fmla="*/ 0 w 1109048"/>
              <a:gd name="connsiteY9" fmla="*/ 533400 h 8120268"/>
              <a:gd name="connsiteX10" fmla="*/ 156230 w 1109048"/>
              <a:gd name="connsiteY10" fmla="*/ 156229 h 8120268"/>
              <a:gd name="connsiteX11" fmla="*/ 533401 w 1109048"/>
              <a:gd name="connsiteY11" fmla="*/ 0 h 8120268"/>
              <a:gd name="connsiteX12" fmla="*/ 533400 w 1109048"/>
              <a:gd name="connsiteY12"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852372 w 1109048"/>
              <a:gd name="connsiteY5" fmla="*/ 8083096 h 8120268"/>
              <a:gd name="connsiteX6" fmla="*/ 0 w 1109048"/>
              <a:gd name="connsiteY6" fmla="*/ 8120268 h 8120268"/>
              <a:gd name="connsiteX7" fmla="*/ 0 w 1109048"/>
              <a:gd name="connsiteY7" fmla="*/ 8120268 h 8120268"/>
              <a:gd name="connsiteX8" fmla="*/ 17782 w 1109048"/>
              <a:gd name="connsiteY8" fmla="*/ 7974865 h 8120268"/>
              <a:gd name="connsiteX9" fmla="*/ 0 w 1109048"/>
              <a:gd name="connsiteY9" fmla="*/ 533400 h 8120268"/>
              <a:gd name="connsiteX10" fmla="*/ 156230 w 1109048"/>
              <a:gd name="connsiteY10" fmla="*/ 156229 h 8120268"/>
              <a:gd name="connsiteX11" fmla="*/ 533401 w 1109048"/>
              <a:gd name="connsiteY11" fmla="*/ 0 h 8120268"/>
              <a:gd name="connsiteX12" fmla="*/ 533400 w 1109048"/>
              <a:gd name="connsiteY12" fmla="*/ 0 h 8120268"/>
              <a:gd name="connsiteX0" fmla="*/ 533400 w 1109048"/>
              <a:gd name="connsiteY0" fmla="*/ 0 h 8120268"/>
              <a:gd name="connsiteX1" fmla="*/ 533400 w 1109048"/>
              <a:gd name="connsiteY1" fmla="*/ 0 h 8120268"/>
              <a:gd name="connsiteX2" fmla="*/ 910571 w 1109048"/>
              <a:gd name="connsiteY2" fmla="*/ 156230 h 8120268"/>
              <a:gd name="connsiteX3" fmla="*/ 1066800 w 1109048"/>
              <a:gd name="connsiteY3" fmla="*/ 533401 h 8120268"/>
              <a:gd name="connsiteX4" fmla="*/ 1109048 w 1109048"/>
              <a:gd name="connsiteY4" fmla="*/ 6875961 h 8120268"/>
              <a:gd name="connsiteX5" fmla="*/ 852372 w 1109048"/>
              <a:gd name="connsiteY5" fmla="*/ 8083096 h 8120268"/>
              <a:gd name="connsiteX6" fmla="*/ 0 w 1109048"/>
              <a:gd name="connsiteY6" fmla="*/ 8120268 h 8120268"/>
              <a:gd name="connsiteX7" fmla="*/ 17782 w 1109048"/>
              <a:gd name="connsiteY7" fmla="*/ 7974865 h 8120268"/>
              <a:gd name="connsiteX8" fmla="*/ 0 w 1109048"/>
              <a:gd name="connsiteY8" fmla="*/ 533400 h 8120268"/>
              <a:gd name="connsiteX9" fmla="*/ 156230 w 1109048"/>
              <a:gd name="connsiteY9" fmla="*/ 156229 h 8120268"/>
              <a:gd name="connsiteX10" fmla="*/ 533401 w 1109048"/>
              <a:gd name="connsiteY10" fmla="*/ 0 h 8120268"/>
              <a:gd name="connsiteX11" fmla="*/ 533400 w 1109048"/>
              <a:gd name="connsiteY11" fmla="*/ 0 h 8120268"/>
              <a:gd name="connsiteX0" fmla="*/ 533400 w 1109048"/>
              <a:gd name="connsiteY0" fmla="*/ 0 h 8083096"/>
              <a:gd name="connsiteX1" fmla="*/ 533400 w 1109048"/>
              <a:gd name="connsiteY1" fmla="*/ 0 h 8083096"/>
              <a:gd name="connsiteX2" fmla="*/ 910571 w 1109048"/>
              <a:gd name="connsiteY2" fmla="*/ 156230 h 8083096"/>
              <a:gd name="connsiteX3" fmla="*/ 1066800 w 1109048"/>
              <a:gd name="connsiteY3" fmla="*/ 533401 h 8083096"/>
              <a:gd name="connsiteX4" fmla="*/ 1109048 w 1109048"/>
              <a:gd name="connsiteY4" fmla="*/ 6875961 h 8083096"/>
              <a:gd name="connsiteX5" fmla="*/ 852372 w 1109048"/>
              <a:gd name="connsiteY5" fmla="*/ 8083096 h 8083096"/>
              <a:gd name="connsiteX6" fmla="*/ 17782 w 1109048"/>
              <a:gd name="connsiteY6" fmla="*/ 7974865 h 8083096"/>
              <a:gd name="connsiteX7" fmla="*/ 0 w 1109048"/>
              <a:gd name="connsiteY7" fmla="*/ 533400 h 8083096"/>
              <a:gd name="connsiteX8" fmla="*/ 156230 w 1109048"/>
              <a:gd name="connsiteY8" fmla="*/ 156229 h 8083096"/>
              <a:gd name="connsiteX9" fmla="*/ 533401 w 1109048"/>
              <a:gd name="connsiteY9" fmla="*/ 0 h 8083096"/>
              <a:gd name="connsiteX10" fmla="*/ 533400 w 1109048"/>
              <a:gd name="connsiteY10" fmla="*/ 0 h 8083096"/>
              <a:gd name="connsiteX0" fmla="*/ 533400 w 1100209"/>
              <a:gd name="connsiteY0" fmla="*/ 0 h 8083096"/>
              <a:gd name="connsiteX1" fmla="*/ 533400 w 1100209"/>
              <a:gd name="connsiteY1" fmla="*/ 0 h 8083096"/>
              <a:gd name="connsiteX2" fmla="*/ 910571 w 1100209"/>
              <a:gd name="connsiteY2" fmla="*/ 156230 h 8083096"/>
              <a:gd name="connsiteX3" fmla="*/ 1066800 w 1100209"/>
              <a:gd name="connsiteY3" fmla="*/ 533401 h 8083096"/>
              <a:gd name="connsiteX4" fmla="*/ 1100209 w 1100209"/>
              <a:gd name="connsiteY4" fmla="*/ 6755640 h 8083096"/>
              <a:gd name="connsiteX5" fmla="*/ 852372 w 1100209"/>
              <a:gd name="connsiteY5" fmla="*/ 8083096 h 8083096"/>
              <a:gd name="connsiteX6" fmla="*/ 17782 w 1100209"/>
              <a:gd name="connsiteY6" fmla="*/ 7974865 h 8083096"/>
              <a:gd name="connsiteX7" fmla="*/ 0 w 1100209"/>
              <a:gd name="connsiteY7" fmla="*/ 533400 h 8083096"/>
              <a:gd name="connsiteX8" fmla="*/ 156230 w 1100209"/>
              <a:gd name="connsiteY8" fmla="*/ 156229 h 8083096"/>
              <a:gd name="connsiteX9" fmla="*/ 533401 w 1100209"/>
              <a:gd name="connsiteY9" fmla="*/ 0 h 8083096"/>
              <a:gd name="connsiteX10" fmla="*/ 533400 w 1100209"/>
              <a:gd name="connsiteY10" fmla="*/ 0 h 8083096"/>
              <a:gd name="connsiteX0" fmla="*/ 533400 w 1100209"/>
              <a:gd name="connsiteY0" fmla="*/ 0 h 8104720"/>
              <a:gd name="connsiteX1" fmla="*/ 533400 w 1100209"/>
              <a:gd name="connsiteY1" fmla="*/ 0 h 8104720"/>
              <a:gd name="connsiteX2" fmla="*/ 910571 w 1100209"/>
              <a:gd name="connsiteY2" fmla="*/ 156230 h 8104720"/>
              <a:gd name="connsiteX3" fmla="*/ 1066800 w 1100209"/>
              <a:gd name="connsiteY3" fmla="*/ 533401 h 8104720"/>
              <a:gd name="connsiteX4" fmla="*/ 1100209 w 1100209"/>
              <a:gd name="connsiteY4" fmla="*/ 6755640 h 8104720"/>
              <a:gd name="connsiteX5" fmla="*/ 848624 w 1100209"/>
              <a:gd name="connsiteY5" fmla="*/ 8104720 h 8104720"/>
              <a:gd name="connsiteX6" fmla="*/ 17782 w 1100209"/>
              <a:gd name="connsiteY6" fmla="*/ 7974865 h 8104720"/>
              <a:gd name="connsiteX7" fmla="*/ 0 w 1100209"/>
              <a:gd name="connsiteY7" fmla="*/ 533400 h 8104720"/>
              <a:gd name="connsiteX8" fmla="*/ 156230 w 1100209"/>
              <a:gd name="connsiteY8" fmla="*/ 156229 h 8104720"/>
              <a:gd name="connsiteX9" fmla="*/ 533401 w 1100209"/>
              <a:gd name="connsiteY9" fmla="*/ 0 h 8104720"/>
              <a:gd name="connsiteX10" fmla="*/ 533400 w 1100209"/>
              <a:gd name="connsiteY10" fmla="*/ 0 h 810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0209" h="8104720">
                <a:moveTo>
                  <a:pt x="533400" y="0"/>
                </a:moveTo>
                <a:lnTo>
                  <a:pt x="533400" y="0"/>
                </a:lnTo>
                <a:cubicBezTo>
                  <a:pt x="674867" y="0"/>
                  <a:pt x="810539" y="56198"/>
                  <a:pt x="910571" y="156230"/>
                </a:cubicBezTo>
                <a:cubicBezTo>
                  <a:pt x="1010603" y="256262"/>
                  <a:pt x="1055019" y="390601"/>
                  <a:pt x="1066800" y="533401"/>
                </a:cubicBezTo>
                <a:cubicBezTo>
                  <a:pt x="1066437" y="2679490"/>
                  <a:pt x="1093715" y="6711917"/>
                  <a:pt x="1100209" y="6755640"/>
                </a:cubicBezTo>
                <a:lnTo>
                  <a:pt x="848624" y="8104720"/>
                </a:lnTo>
                <a:lnTo>
                  <a:pt x="17782" y="7974865"/>
                </a:lnTo>
                <a:cubicBezTo>
                  <a:pt x="11855" y="5494377"/>
                  <a:pt x="5927" y="3013888"/>
                  <a:pt x="0" y="533400"/>
                </a:cubicBezTo>
                <a:cubicBezTo>
                  <a:pt x="0" y="391933"/>
                  <a:pt x="56198" y="256261"/>
                  <a:pt x="156230" y="156229"/>
                </a:cubicBezTo>
                <a:cubicBezTo>
                  <a:pt x="256262" y="56197"/>
                  <a:pt x="391935" y="0"/>
                  <a:pt x="533401" y="0"/>
                </a:cubicBezTo>
                <a:lnTo>
                  <a:pt x="533400" y="0"/>
                </a:lnTo>
                <a:close/>
              </a:path>
            </a:pathLst>
          </a:custGeom>
          <a:solidFill>
            <a:schemeClr val="accent1">
              <a:alpha val="30000"/>
            </a:schemeClr>
          </a:solidFill>
          <a:ln>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Freeform 36"/>
          <p:cNvSpPr/>
          <p:nvPr/>
        </p:nvSpPr>
        <p:spPr>
          <a:xfrm rot="15600000" flipH="1" flipV="1">
            <a:off x="3393402" y="-445315"/>
            <a:ext cx="2008191" cy="9264100"/>
          </a:xfrm>
          <a:custGeom>
            <a:avLst/>
            <a:gdLst>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0 w 2209695"/>
              <a:gd name="connsiteY9" fmla="*/ 9154402 h 9154402"/>
              <a:gd name="connsiteX10" fmla="*/ 1503 w 2209695"/>
              <a:gd name="connsiteY10" fmla="*/ 8780893 h 9154402"/>
              <a:gd name="connsiteX11" fmla="*/ 0 w 2209695"/>
              <a:gd name="connsiteY11" fmla="*/ 1104848 h 9154402"/>
              <a:gd name="connsiteX12" fmla="*/ 323604 w 2209695"/>
              <a:gd name="connsiteY12" fmla="*/ 323603 h 9154402"/>
              <a:gd name="connsiteX13" fmla="*/ 1104850 w 2209695"/>
              <a:gd name="connsiteY13" fmla="*/ 2 h 9154402"/>
              <a:gd name="connsiteX14" fmla="*/ 1104848 w 2209695"/>
              <a:gd name="connsiteY14"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0 w 2209695"/>
              <a:gd name="connsiteY8" fmla="*/ 9154402 h 9154402"/>
              <a:gd name="connsiteX9" fmla="*/ 1503 w 2209695"/>
              <a:gd name="connsiteY9" fmla="*/ 8780893 h 9154402"/>
              <a:gd name="connsiteX10" fmla="*/ 0 w 2209695"/>
              <a:gd name="connsiteY10" fmla="*/ 1104848 h 9154402"/>
              <a:gd name="connsiteX11" fmla="*/ 323604 w 2209695"/>
              <a:gd name="connsiteY11" fmla="*/ 323603 h 9154402"/>
              <a:gd name="connsiteX12" fmla="*/ 1104850 w 2209695"/>
              <a:gd name="connsiteY12" fmla="*/ 2 h 9154402"/>
              <a:gd name="connsiteX13" fmla="*/ 1104848 w 2209695"/>
              <a:gd name="connsiteY13"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0 w 2209695"/>
              <a:gd name="connsiteY7" fmla="*/ 9154402 h 9154402"/>
              <a:gd name="connsiteX8" fmla="*/ 1503 w 2209695"/>
              <a:gd name="connsiteY8" fmla="*/ 8780893 h 9154402"/>
              <a:gd name="connsiteX9" fmla="*/ 0 w 2209695"/>
              <a:gd name="connsiteY9" fmla="*/ 1104848 h 9154402"/>
              <a:gd name="connsiteX10" fmla="*/ 323604 w 2209695"/>
              <a:gd name="connsiteY10" fmla="*/ 323603 h 9154402"/>
              <a:gd name="connsiteX11" fmla="*/ 1104850 w 2209695"/>
              <a:gd name="connsiteY11" fmla="*/ 2 h 9154402"/>
              <a:gd name="connsiteX12" fmla="*/ 1104848 w 2209695"/>
              <a:gd name="connsiteY12" fmla="*/ 0 h 9154402"/>
              <a:gd name="connsiteX0" fmla="*/ 1144487 w 2249334"/>
              <a:gd name="connsiteY0" fmla="*/ 0 h 9154755"/>
              <a:gd name="connsiteX1" fmla="*/ 1144487 w 2249334"/>
              <a:gd name="connsiteY1" fmla="*/ 0 h 9154755"/>
              <a:gd name="connsiteX2" fmla="*/ 1925732 w 2249334"/>
              <a:gd name="connsiteY2" fmla="*/ 323604 h 9154755"/>
              <a:gd name="connsiteX3" fmla="*/ 2249333 w 2249334"/>
              <a:gd name="connsiteY3" fmla="*/ 1104850 h 9154755"/>
              <a:gd name="connsiteX4" fmla="*/ 2249334 w 2249334"/>
              <a:gd name="connsiteY4" fmla="*/ 9154402 h 9154755"/>
              <a:gd name="connsiteX5" fmla="*/ 2249334 w 2249334"/>
              <a:gd name="connsiteY5" fmla="*/ 9154402 h 9154755"/>
              <a:gd name="connsiteX6" fmla="*/ 2249334 w 2249334"/>
              <a:gd name="connsiteY6" fmla="*/ 9154402 h 9154755"/>
              <a:gd name="connsiteX7" fmla="*/ 0 w 2249334"/>
              <a:gd name="connsiteY7" fmla="*/ 9154755 h 9154755"/>
              <a:gd name="connsiteX8" fmla="*/ 41142 w 2249334"/>
              <a:gd name="connsiteY8" fmla="*/ 8780893 h 9154755"/>
              <a:gd name="connsiteX9" fmla="*/ 39639 w 2249334"/>
              <a:gd name="connsiteY9" fmla="*/ 1104848 h 9154755"/>
              <a:gd name="connsiteX10" fmla="*/ 363243 w 2249334"/>
              <a:gd name="connsiteY10" fmla="*/ 323603 h 9154755"/>
              <a:gd name="connsiteX11" fmla="*/ 1144489 w 2249334"/>
              <a:gd name="connsiteY11" fmla="*/ 2 h 9154755"/>
              <a:gd name="connsiteX12" fmla="*/ 1144487 w 2249334"/>
              <a:gd name="connsiteY12" fmla="*/ 0 h 9154755"/>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1503 w 2209695"/>
              <a:gd name="connsiteY7" fmla="*/ 8780893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1104848 w 2209695"/>
              <a:gd name="connsiteY0" fmla="*/ 0 h 9154402"/>
              <a:gd name="connsiteX1" fmla="*/ 1104848 w 2209695"/>
              <a:gd name="connsiteY1" fmla="*/ 0 h 9154402"/>
              <a:gd name="connsiteX2" fmla="*/ 1886093 w 2209695"/>
              <a:gd name="connsiteY2" fmla="*/ 323604 h 9154402"/>
              <a:gd name="connsiteX3" fmla="*/ 2209694 w 2209695"/>
              <a:gd name="connsiteY3" fmla="*/ 1104850 h 9154402"/>
              <a:gd name="connsiteX4" fmla="*/ 2209695 w 2209695"/>
              <a:gd name="connsiteY4" fmla="*/ 9154402 h 9154402"/>
              <a:gd name="connsiteX5" fmla="*/ 2209695 w 2209695"/>
              <a:gd name="connsiteY5" fmla="*/ 9154402 h 9154402"/>
              <a:gd name="connsiteX6" fmla="*/ 2209695 w 2209695"/>
              <a:gd name="connsiteY6" fmla="*/ 9154402 h 9154402"/>
              <a:gd name="connsiteX7" fmla="*/ 37157 w 2209695"/>
              <a:gd name="connsiteY7" fmla="*/ 8792966 h 9154402"/>
              <a:gd name="connsiteX8" fmla="*/ 0 w 2209695"/>
              <a:gd name="connsiteY8" fmla="*/ 1104848 h 9154402"/>
              <a:gd name="connsiteX9" fmla="*/ 323604 w 2209695"/>
              <a:gd name="connsiteY9" fmla="*/ 323603 h 9154402"/>
              <a:gd name="connsiteX10" fmla="*/ 1104850 w 2209695"/>
              <a:gd name="connsiteY10" fmla="*/ 2 h 9154402"/>
              <a:gd name="connsiteX11" fmla="*/ 1104848 w 2209695"/>
              <a:gd name="connsiteY11" fmla="*/ 0 h 9154402"/>
              <a:gd name="connsiteX0" fmla="*/ 37157 w 2301135"/>
              <a:gd name="connsiteY0" fmla="*/ 8792966 h 9245842"/>
              <a:gd name="connsiteX1" fmla="*/ 0 w 2301135"/>
              <a:gd name="connsiteY1" fmla="*/ 1104848 h 9245842"/>
              <a:gd name="connsiteX2" fmla="*/ 323604 w 2301135"/>
              <a:gd name="connsiteY2" fmla="*/ 323603 h 9245842"/>
              <a:gd name="connsiteX3" fmla="*/ 1104850 w 2301135"/>
              <a:gd name="connsiteY3" fmla="*/ 2 h 9245842"/>
              <a:gd name="connsiteX4" fmla="*/ 1104848 w 2301135"/>
              <a:gd name="connsiteY4" fmla="*/ 0 h 9245842"/>
              <a:gd name="connsiteX5" fmla="*/ 1104848 w 2301135"/>
              <a:gd name="connsiteY5" fmla="*/ 0 h 9245842"/>
              <a:gd name="connsiteX6" fmla="*/ 1886093 w 2301135"/>
              <a:gd name="connsiteY6" fmla="*/ 323604 h 9245842"/>
              <a:gd name="connsiteX7" fmla="*/ 2209694 w 2301135"/>
              <a:gd name="connsiteY7" fmla="*/ 1104850 h 9245842"/>
              <a:gd name="connsiteX8" fmla="*/ 2209695 w 2301135"/>
              <a:gd name="connsiteY8" fmla="*/ 9154402 h 9245842"/>
              <a:gd name="connsiteX9" fmla="*/ 2209695 w 2301135"/>
              <a:gd name="connsiteY9" fmla="*/ 9154402 h 9245842"/>
              <a:gd name="connsiteX10" fmla="*/ 2301135 w 2301135"/>
              <a:gd name="connsiteY10" fmla="*/ 9245842 h 9245842"/>
              <a:gd name="connsiteX0" fmla="*/ 37157 w 2209695"/>
              <a:gd name="connsiteY0" fmla="*/ 8792966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 name="connsiteX0" fmla="*/ 93577 w 2209695"/>
              <a:gd name="connsiteY0" fmla="*/ 8811781 h 9154402"/>
              <a:gd name="connsiteX1" fmla="*/ 0 w 2209695"/>
              <a:gd name="connsiteY1" fmla="*/ 1104848 h 9154402"/>
              <a:gd name="connsiteX2" fmla="*/ 323604 w 2209695"/>
              <a:gd name="connsiteY2" fmla="*/ 323603 h 9154402"/>
              <a:gd name="connsiteX3" fmla="*/ 1104850 w 2209695"/>
              <a:gd name="connsiteY3" fmla="*/ 2 h 9154402"/>
              <a:gd name="connsiteX4" fmla="*/ 1104848 w 2209695"/>
              <a:gd name="connsiteY4" fmla="*/ 0 h 9154402"/>
              <a:gd name="connsiteX5" fmla="*/ 1104848 w 2209695"/>
              <a:gd name="connsiteY5" fmla="*/ 0 h 9154402"/>
              <a:gd name="connsiteX6" fmla="*/ 1886093 w 2209695"/>
              <a:gd name="connsiteY6" fmla="*/ 323604 h 9154402"/>
              <a:gd name="connsiteX7" fmla="*/ 2209694 w 2209695"/>
              <a:gd name="connsiteY7" fmla="*/ 1104850 h 9154402"/>
              <a:gd name="connsiteX8" fmla="*/ 2209695 w 2209695"/>
              <a:gd name="connsiteY8" fmla="*/ 9154402 h 9154402"/>
              <a:gd name="connsiteX9" fmla="*/ 2209695 w 2209695"/>
              <a:gd name="connsiteY9" fmla="*/ 9154402 h 915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695" h="9154402">
                <a:moveTo>
                  <a:pt x="93577" y="8811781"/>
                </a:moveTo>
                <a:lnTo>
                  <a:pt x="0" y="1104848"/>
                </a:lnTo>
                <a:cubicBezTo>
                  <a:pt x="0" y="811824"/>
                  <a:pt x="116404" y="530802"/>
                  <a:pt x="323604" y="323603"/>
                </a:cubicBezTo>
                <a:cubicBezTo>
                  <a:pt x="530804" y="116404"/>
                  <a:pt x="811826" y="1"/>
                  <a:pt x="1104850" y="2"/>
                </a:cubicBezTo>
                <a:lnTo>
                  <a:pt x="1104848" y="0"/>
                </a:lnTo>
                <a:lnTo>
                  <a:pt x="1104848" y="0"/>
                </a:lnTo>
                <a:cubicBezTo>
                  <a:pt x="1397872" y="0"/>
                  <a:pt x="1678894" y="116404"/>
                  <a:pt x="1886093" y="323604"/>
                </a:cubicBezTo>
                <a:cubicBezTo>
                  <a:pt x="2093292" y="530804"/>
                  <a:pt x="2209695" y="811826"/>
                  <a:pt x="2209694" y="1104850"/>
                </a:cubicBezTo>
                <a:cubicBezTo>
                  <a:pt x="2209694" y="3788034"/>
                  <a:pt x="2209695" y="6471218"/>
                  <a:pt x="2209695" y="9154402"/>
                </a:cubicBezTo>
                <a:lnTo>
                  <a:pt x="2209695" y="9154402"/>
                </a:lnTo>
              </a:path>
            </a:pathLst>
          </a:custGeom>
          <a:solidFill>
            <a:srgbClr val="073779">
              <a:alpha val="80000"/>
            </a:srgbClr>
          </a:solidFill>
          <a:ln w="25400">
            <a:solidFill>
              <a:schemeClr val="accent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3" name="Text Placeholder 2"/>
          <p:cNvSpPr>
            <a:spLocks noGrp="1"/>
          </p:cNvSpPr>
          <p:nvPr>
            <p:ph type="body" idx="1"/>
          </p:nvPr>
        </p:nvSpPr>
        <p:spPr>
          <a:xfrm rot="21000000">
            <a:off x="887172" y="5303003"/>
            <a:ext cx="6904501" cy="977900"/>
          </a:xfrm>
        </p:spPr>
        <p:txBody>
          <a:bodyPr vert="horz" lIns="91440" tIns="45720" rIns="91440" bIns="45720" rtlCol="0" anchor="ctr" anchorCtr="0">
            <a:normAutofit/>
          </a:bodyPr>
          <a:lstStyle>
            <a:lvl1pPr marL="0" indent="0" algn="r" defTabSz="914400" rtl="0" eaLnBrk="1" latinLnBrk="0" hangingPunct="1">
              <a:spcAft>
                <a:spcPts val="0"/>
              </a:spcAft>
              <a:buFontTx/>
              <a:buNone/>
              <a:defRPr sz="2400" kern="1200">
                <a:solidFill>
                  <a:schemeClr val="bg1"/>
                </a:solidFill>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4" name="Round Same Side Corner Rectangle 53"/>
          <p:cNvSpPr/>
          <p:nvPr/>
        </p:nvSpPr>
        <p:spPr>
          <a:xfrm rot="4733987">
            <a:off x="1458981" y="2141099"/>
            <a:ext cx="809714" cy="2607556"/>
          </a:xfrm>
          <a:prstGeom prst="round2SameRect">
            <a:avLst>
              <a:gd name="adj1" fmla="val 50000"/>
              <a:gd name="adj2" fmla="val 0"/>
            </a:avLst>
          </a:prstGeom>
          <a:solidFill>
            <a:schemeClr val="accent1">
              <a:alpha val="65000"/>
            </a:schemeClr>
          </a:solidFill>
          <a:ln w="25400">
            <a:solidFill>
              <a:schemeClr val="accent2">
                <a:alpha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Freeform 51"/>
          <p:cNvSpPr/>
          <p:nvPr/>
        </p:nvSpPr>
        <p:spPr>
          <a:xfrm rot="4733987">
            <a:off x="814850" y="2202342"/>
            <a:ext cx="699135" cy="2512599"/>
          </a:xfrm>
          <a:custGeom>
            <a:avLst/>
            <a:gdLst>
              <a:gd name="connsiteX0" fmla="*/ 370199 w 740398"/>
              <a:gd name="connsiteY0" fmla="*/ 0 h 2607556"/>
              <a:gd name="connsiteX1" fmla="*/ 370199 w 740398"/>
              <a:gd name="connsiteY1" fmla="*/ 0 h 2607556"/>
              <a:gd name="connsiteX2" fmla="*/ 631969 w 740398"/>
              <a:gd name="connsiteY2" fmla="*/ 108429 h 2607556"/>
              <a:gd name="connsiteX3" fmla="*/ 740397 w 740398"/>
              <a:gd name="connsiteY3" fmla="*/ 370199 h 2607556"/>
              <a:gd name="connsiteX4" fmla="*/ 740398 w 740398"/>
              <a:gd name="connsiteY4" fmla="*/ 2607556 h 2607556"/>
              <a:gd name="connsiteX5" fmla="*/ 740398 w 740398"/>
              <a:gd name="connsiteY5" fmla="*/ 2607556 h 2607556"/>
              <a:gd name="connsiteX6" fmla="*/ 740398 w 740398"/>
              <a:gd name="connsiteY6" fmla="*/ 2607556 h 2607556"/>
              <a:gd name="connsiteX7" fmla="*/ 0 w 740398"/>
              <a:gd name="connsiteY7" fmla="*/ 2607556 h 2607556"/>
              <a:gd name="connsiteX8" fmla="*/ 0 w 740398"/>
              <a:gd name="connsiteY8" fmla="*/ 2607556 h 2607556"/>
              <a:gd name="connsiteX9" fmla="*/ 0 w 740398"/>
              <a:gd name="connsiteY9" fmla="*/ 2607556 h 2607556"/>
              <a:gd name="connsiteX10" fmla="*/ 0 w 740398"/>
              <a:gd name="connsiteY10" fmla="*/ 370199 h 2607556"/>
              <a:gd name="connsiteX11" fmla="*/ 108429 w 740398"/>
              <a:gd name="connsiteY11" fmla="*/ 108429 h 2607556"/>
              <a:gd name="connsiteX12" fmla="*/ 370199 w 740398"/>
              <a:gd name="connsiteY12" fmla="*/ 1 h 2607556"/>
              <a:gd name="connsiteX13" fmla="*/ 370199 w 740398"/>
              <a:gd name="connsiteY13" fmla="*/ 0 h 2607556"/>
              <a:gd name="connsiteX0" fmla="*/ 0 w 831838"/>
              <a:gd name="connsiteY0" fmla="*/ 2607556 h 2698996"/>
              <a:gd name="connsiteX1" fmla="*/ 0 w 831838"/>
              <a:gd name="connsiteY1" fmla="*/ 2607556 h 2698996"/>
              <a:gd name="connsiteX2" fmla="*/ 0 w 831838"/>
              <a:gd name="connsiteY2" fmla="*/ 2607556 h 2698996"/>
              <a:gd name="connsiteX3" fmla="*/ 0 w 831838"/>
              <a:gd name="connsiteY3" fmla="*/ 370199 h 2698996"/>
              <a:gd name="connsiteX4" fmla="*/ 108429 w 831838"/>
              <a:gd name="connsiteY4" fmla="*/ 108429 h 2698996"/>
              <a:gd name="connsiteX5" fmla="*/ 370199 w 831838"/>
              <a:gd name="connsiteY5" fmla="*/ 1 h 2698996"/>
              <a:gd name="connsiteX6" fmla="*/ 370199 w 831838"/>
              <a:gd name="connsiteY6" fmla="*/ 0 h 2698996"/>
              <a:gd name="connsiteX7" fmla="*/ 370199 w 831838"/>
              <a:gd name="connsiteY7" fmla="*/ 0 h 2698996"/>
              <a:gd name="connsiteX8" fmla="*/ 631969 w 831838"/>
              <a:gd name="connsiteY8" fmla="*/ 108429 h 2698996"/>
              <a:gd name="connsiteX9" fmla="*/ 740397 w 831838"/>
              <a:gd name="connsiteY9" fmla="*/ 370199 h 2698996"/>
              <a:gd name="connsiteX10" fmla="*/ 740398 w 831838"/>
              <a:gd name="connsiteY10" fmla="*/ 2607556 h 2698996"/>
              <a:gd name="connsiteX11" fmla="*/ 740398 w 831838"/>
              <a:gd name="connsiteY11" fmla="*/ 2607556 h 2698996"/>
              <a:gd name="connsiteX12" fmla="*/ 831838 w 831838"/>
              <a:gd name="connsiteY12" fmla="*/ 2698996 h 2698996"/>
              <a:gd name="connsiteX0" fmla="*/ 19377 w 851215"/>
              <a:gd name="connsiteY0" fmla="*/ 2607556 h 2698996"/>
              <a:gd name="connsiteX1" fmla="*/ 19377 w 851215"/>
              <a:gd name="connsiteY1" fmla="*/ 2607556 h 2698996"/>
              <a:gd name="connsiteX2" fmla="*/ 0 w 851215"/>
              <a:gd name="connsiteY2" fmla="*/ 2357093 h 2698996"/>
              <a:gd name="connsiteX3" fmla="*/ 19377 w 851215"/>
              <a:gd name="connsiteY3" fmla="*/ 370199 h 2698996"/>
              <a:gd name="connsiteX4" fmla="*/ 127806 w 851215"/>
              <a:gd name="connsiteY4" fmla="*/ 108429 h 2698996"/>
              <a:gd name="connsiteX5" fmla="*/ 389576 w 851215"/>
              <a:gd name="connsiteY5" fmla="*/ 1 h 2698996"/>
              <a:gd name="connsiteX6" fmla="*/ 389576 w 851215"/>
              <a:gd name="connsiteY6" fmla="*/ 0 h 2698996"/>
              <a:gd name="connsiteX7" fmla="*/ 389576 w 851215"/>
              <a:gd name="connsiteY7" fmla="*/ 0 h 2698996"/>
              <a:gd name="connsiteX8" fmla="*/ 651346 w 851215"/>
              <a:gd name="connsiteY8" fmla="*/ 108429 h 2698996"/>
              <a:gd name="connsiteX9" fmla="*/ 759774 w 851215"/>
              <a:gd name="connsiteY9" fmla="*/ 370199 h 2698996"/>
              <a:gd name="connsiteX10" fmla="*/ 759775 w 851215"/>
              <a:gd name="connsiteY10" fmla="*/ 2607556 h 2698996"/>
              <a:gd name="connsiteX11" fmla="*/ 759775 w 851215"/>
              <a:gd name="connsiteY11" fmla="*/ 2607556 h 2698996"/>
              <a:gd name="connsiteX12" fmla="*/ 851215 w 851215"/>
              <a:gd name="connsiteY12" fmla="*/ 2698996 h 2698996"/>
              <a:gd name="connsiteX0" fmla="*/ 19377 w 851215"/>
              <a:gd name="connsiteY0" fmla="*/ 2607556 h 2698996"/>
              <a:gd name="connsiteX1" fmla="*/ 0 w 851215"/>
              <a:gd name="connsiteY1" fmla="*/ 2357093 h 2698996"/>
              <a:gd name="connsiteX2" fmla="*/ 19377 w 851215"/>
              <a:gd name="connsiteY2" fmla="*/ 370199 h 2698996"/>
              <a:gd name="connsiteX3" fmla="*/ 127806 w 851215"/>
              <a:gd name="connsiteY3" fmla="*/ 108429 h 2698996"/>
              <a:gd name="connsiteX4" fmla="*/ 389576 w 851215"/>
              <a:gd name="connsiteY4" fmla="*/ 1 h 2698996"/>
              <a:gd name="connsiteX5" fmla="*/ 389576 w 851215"/>
              <a:gd name="connsiteY5" fmla="*/ 0 h 2698996"/>
              <a:gd name="connsiteX6" fmla="*/ 389576 w 851215"/>
              <a:gd name="connsiteY6" fmla="*/ 0 h 2698996"/>
              <a:gd name="connsiteX7" fmla="*/ 651346 w 851215"/>
              <a:gd name="connsiteY7" fmla="*/ 108429 h 2698996"/>
              <a:gd name="connsiteX8" fmla="*/ 759774 w 851215"/>
              <a:gd name="connsiteY8" fmla="*/ 370199 h 2698996"/>
              <a:gd name="connsiteX9" fmla="*/ 759775 w 851215"/>
              <a:gd name="connsiteY9" fmla="*/ 2607556 h 2698996"/>
              <a:gd name="connsiteX10" fmla="*/ 759775 w 851215"/>
              <a:gd name="connsiteY10" fmla="*/ 2607556 h 2698996"/>
              <a:gd name="connsiteX11" fmla="*/ 851215 w 851215"/>
              <a:gd name="connsiteY11" fmla="*/ 2698996 h 2698996"/>
              <a:gd name="connsiteX0" fmla="*/ 0 w 851215"/>
              <a:gd name="connsiteY0" fmla="*/ 2357093 h 2698996"/>
              <a:gd name="connsiteX1" fmla="*/ 19377 w 851215"/>
              <a:gd name="connsiteY1" fmla="*/ 370199 h 2698996"/>
              <a:gd name="connsiteX2" fmla="*/ 127806 w 851215"/>
              <a:gd name="connsiteY2" fmla="*/ 108429 h 2698996"/>
              <a:gd name="connsiteX3" fmla="*/ 389576 w 851215"/>
              <a:gd name="connsiteY3" fmla="*/ 1 h 2698996"/>
              <a:gd name="connsiteX4" fmla="*/ 389576 w 851215"/>
              <a:gd name="connsiteY4" fmla="*/ 0 h 2698996"/>
              <a:gd name="connsiteX5" fmla="*/ 389576 w 851215"/>
              <a:gd name="connsiteY5" fmla="*/ 0 h 2698996"/>
              <a:gd name="connsiteX6" fmla="*/ 651346 w 851215"/>
              <a:gd name="connsiteY6" fmla="*/ 108429 h 2698996"/>
              <a:gd name="connsiteX7" fmla="*/ 759774 w 851215"/>
              <a:gd name="connsiteY7" fmla="*/ 370199 h 2698996"/>
              <a:gd name="connsiteX8" fmla="*/ 759775 w 851215"/>
              <a:gd name="connsiteY8" fmla="*/ 2607556 h 2698996"/>
              <a:gd name="connsiteX9" fmla="*/ 759775 w 851215"/>
              <a:gd name="connsiteY9" fmla="*/ 2607556 h 2698996"/>
              <a:gd name="connsiteX10" fmla="*/ 851215 w 851215"/>
              <a:gd name="connsiteY10" fmla="*/ 2698996 h 2698996"/>
              <a:gd name="connsiteX0" fmla="*/ 0 w 759775"/>
              <a:gd name="connsiteY0" fmla="*/ 2357093 h 2607556"/>
              <a:gd name="connsiteX1" fmla="*/ 19377 w 759775"/>
              <a:gd name="connsiteY1" fmla="*/ 370199 h 2607556"/>
              <a:gd name="connsiteX2" fmla="*/ 127806 w 759775"/>
              <a:gd name="connsiteY2" fmla="*/ 108429 h 2607556"/>
              <a:gd name="connsiteX3" fmla="*/ 389576 w 759775"/>
              <a:gd name="connsiteY3" fmla="*/ 1 h 2607556"/>
              <a:gd name="connsiteX4" fmla="*/ 389576 w 759775"/>
              <a:gd name="connsiteY4" fmla="*/ 0 h 2607556"/>
              <a:gd name="connsiteX5" fmla="*/ 389576 w 759775"/>
              <a:gd name="connsiteY5" fmla="*/ 0 h 2607556"/>
              <a:gd name="connsiteX6" fmla="*/ 651346 w 759775"/>
              <a:gd name="connsiteY6" fmla="*/ 108429 h 2607556"/>
              <a:gd name="connsiteX7" fmla="*/ 759774 w 759775"/>
              <a:gd name="connsiteY7" fmla="*/ 370199 h 2607556"/>
              <a:gd name="connsiteX8" fmla="*/ 759775 w 759775"/>
              <a:gd name="connsiteY8" fmla="*/ 2607556 h 2607556"/>
              <a:gd name="connsiteX9" fmla="*/ 759775 w 759775"/>
              <a:gd name="connsiteY9" fmla="*/ 2607556 h 2607556"/>
              <a:gd name="connsiteX0" fmla="*/ 0 w 764702"/>
              <a:gd name="connsiteY0" fmla="*/ 2357093 h 2607556"/>
              <a:gd name="connsiteX1" fmla="*/ 19377 w 764702"/>
              <a:gd name="connsiteY1" fmla="*/ 370199 h 2607556"/>
              <a:gd name="connsiteX2" fmla="*/ 127806 w 764702"/>
              <a:gd name="connsiteY2" fmla="*/ 108429 h 2607556"/>
              <a:gd name="connsiteX3" fmla="*/ 389576 w 764702"/>
              <a:gd name="connsiteY3" fmla="*/ 1 h 2607556"/>
              <a:gd name="connsiteX4" fmla="*/ 389576 w 764702"/>
              <a:gd name="connsiteY4" fmla="*/ 0 h 2607556"/>
              <a:gd name="connsiteX5" fmla="*/ 389576 w 764702"/>
              <a:gd name="connsiteY5" fmla="*/ 0 h 2607556"/>
              <a:gd name="connsiteX6" fmla="*/ 651346 w 764702"/>
              <a:gd name="connsiteY6" fmla="*/ 108429 h 2607556"/>
              <a:gd name="connsiteX7" fmla="*/ 759774 w 764702"/>
              <a:gd name="connsiteY7" fmla="*/ 370199 h 2607556"/>
              <a:gd name="connsiteX8" fmla="*/ 759775 w 764702"/>
              <a:gd name="connsiteY8" fmla="*/ 2607556 h 2607556"/>
              <a:gd name="connsiteX9" fmla="*/ 764702 w 764702"/>
              <a:gd name="connsiteY9" fmla="*/ 2512599 h 2607556"/>
              <a:gd name="connsiteX0" fmla="*/ 0 w 778667"/>
              <a:gd name="connsiteY0" fmla="*/ 2357093 h 2512599"/>
              <a:gd name="connsiteX1" fmla="*/ 19377 w 778667"/>
              <a:gd name="connsiteY1" fmla="*/ 370199 h 2512599"/>
              <a:gd name="connsiteX2" fmla="*/ 127806 w 778667"/>
              <a:gd name="connsiteY2" fmla="*/ 108429 h 2512599"/>
              <a:gd name="connsiteX3" fmla="*/ 389576 w 778667"/>
              <a:gd name="connsiteY3" fmla="*/ 1 h 2512599"/>
              <a:gd name="connsiteX4" fmla="*/ 389576 w 778667"/>
              <a:gd name="connsiteY4" fmla="*/ 0 h 2512599"/>
              <a:gd name="connsiteX5" fmla="*/ 389576 w 778667"/>
              <a:gd name="connsiteY5" fmla="*/ 0 h 2512599"/>
              <a:gd name="connsiteX6" fmla="*/ 651346 w 778667"/>
              <a:gd name="connsiteY6" fmla="*/ 108429 h 2512599"/>
              <a:gd name="connsiteX7" fmla="*/ 759774 w 778667"/>
              <a:gd name="connsiteY7" fmla="*/ 370199 h 2512599"/>
              <a:gd name="connsiteX8" fmla="*/ 764702 w 778667"/>
              <a:gd name="connsiteY8" fmla="*/ 2512599 h 251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667" h="2512599">
                <a:moveTo>
                  <a:pt x="0" y="2357093"/>
                </a:moveTo>
                <a:lnTo>
                  <a:pt x="19377" y="370199"/>
                </a:lnTo>
                <a:cubicBezTo>
                  <a:pt x="19377" y="272016"/>
                  <a:pt x="58380" y="177855"/>
                  <a:pt x="127806" y="108429"/>
                </a:cubicBezTo>
                <a:cubicBezTo>
                  <a:pt x="197232" y="39003"/>
                  <a:pt x="291394" y="0"/>
                  <a:pt x="389576" y="1"/>
                </a:cubicBezTo>
                <a:lnTo>
                  <a:pt x="389576" y="0"/>
                </a:lnTo>
                <a:lnTo>
                  <a:pt x="389576" y="0"/>
                </a:lnTo>
                <a:cubicBezTo>
                  <a:pt x="487759" y="0"/>
                  <a:pt x="581920" y="39003"/>
                  <a:pt x="651346" y="108429"/>
                </a:cubicBezTo>
                <a:cubicBezTo>
                  <a:pt x="720772" y="177855"/>
                  <a:pt x="759775" y="272017"/>
                  <a:pt x="759774" y="370199"/>
                </a:cubicBezTo>
                <a:cubicBezTo>
                  <a:pt x="778667" y="770894"/>
                  <a:pt x="763675" y="2066266"/>
                  <a:pt x="764702" y="2512599"/>
                </a:cubicBezTo>
              </a:path>
            </a:pathLst>
          </a:custGeom>
          <a:ln w="1270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Freeform 52"/>
          <p:cNvSpPr/>
          <p:nvPr/>
        </p:nvSpPr>
        <p:spPr>
          <a:xfrm rot="4733987">
            <a:off x="390772" y="3357641"/>
            <a:ext cx="379174" cy="1207375"/>
          </a:xfrm>
          <a:custGeom>
            <a:avLst/>
            <a:gdLst>
              <a:gd name="connsiteX0" fmla="*/ 229291 w 458582"/>
              <a:gd name="connsiteY0" fmla="*/ 0 h 1615047"/>
              <a:gd name="connsiteX1" fmla="*/ 229291 w 458582"/>
              <a:gd name="connsiteY1" fmla="*/ 0 h 1615047"/>
              <a:gd name="connsiteX2" fmla="*/ 391424 w 458582"/>
              <a:gd name="connsiteY2" fmla="*/ 67158 h 1615047"/>
              <a:gd name="connsiteX3" fmla="*/ 458582 w 458582"/>
              <a:gd name="connsiteY3" fmla="*/ 229291 h 1615047"/>
              <a:gd name="connsiteX4" fmla="*/ 458582 w 458582"/>
              <a:gd name="connsiteY4" fmla="*/ 1615047 h 1615047"/>
              <a:gd name="connsiteX5" fmla="*/ 458582 w 458582"/>
              <a:gd name="connsiteY5" fmla="*/ 1615047 h 1615047"/>
              <a:gd name="connsiteX6" fmla="*/ 458582 w 458582"/>
              <a:gd name="connsiteY6" fmla="*/ 1615047 h 1615047"/>
              <a:gd name="connsiteX7" fmla="*/ 0 w 458582"/>
              <a:gd name="connsiteY7" fmla="*/ 1615047 h 1615047"/>
              <a:gd name="connsiteX8" fmla="*/ 0 w 458582"/>
              <a:gd name="connsiteY8" fmla="*/ 1615047 h 1615047"/>
              <a:gd name="connsiteX9" fmla="*/ 0 w 458582"/>
              <a:gd name="connsiteY9" fmla="*/ 1615047 h 1615047"/>
              <a:gd name="connsiteX10" fmla="*/ 0 w 458582"/>
              <a:gd name="connsiteY10" fmla="*/ 229291 h 1615047"/>
              <a:gd name="connsiteX11" fmla="*/ 67158 w 458582"/>
              <a:gd name="connsiteY11" fmla="*/ 67158 h 1615047"/>
              <a:gd name="connsiteX12" fmla="*/ 229291 w 458582"/>
              <a:gd name="connsiteY12" fmla="*/ 0 h 1615047"/>
              <a:gd name="connsiteX0" fmla="*/ 0 w 550022"/>
              <a:gd name="connsiteY0" fmla="*/ 1615047 h 1706487"/>
              <a:gd name="connsiteX1" fmla="*/ 0 w 550022"/>
              <a:gd name="connsiteY1" fmla="*/ 1615047 h 1706487"/>
              <a:gd name="connsiteX2" fmla="*/ 0 w 550022"/>
              <a:gd name="connsiteY2" fmla="*/ 1615047 h 1706487"/>
              <a:gd name="connsiteX3" fmla="*/ 0 w 550022"/>
              <a:gd name="connsiteY3" fmla="*/ 229291 h 1706487"/>
              <a:gd name="connsiteX4" fmla="*/ 67158 w 550022"/>
              <a:gd name="connsiteY4" fmla="*/ 67158 h 1706487"/>
              <a:gd name="connsiteX5" fmla="*/ 229291 w 550022"/>
              <a:gd name="connsiteY5" fmla="*/ 0 h 1706487"/>
              <a:gd name="connsiteX6" fmla="*/ 229291 w 550022"/>
              <a:gd name="connsiteY6" fmla="*/ 0 h 1706487"/>
              <a:gd name="connsiteX7" fmla="*/ 391424 w 550022"/>
              <a:gd name="connsiteY7" fmla="*/ 67158 h 1706487"/>
              <a:gd name="connsiteX8" fmla="*/ 458582 w 550022"/>
              <a:gd name="connsiteY8" fmla="*/ 229291 h 1706487"/>
              <a:gd name="connsiteX9" fmla="*/ 458582 w 550022"/>
              <a:gd name="connsiteY9" fmla="*/ 1615047 h 1706487"/>
              <a:gd name="connsiteX10" fmla="*/ 458582 w 550022"/>
              <a:gd name="connsiteY10" fmla="*/ 1615047 h 1706487"/>
              <a:gd name="connsiteX11" fmla="*/ 550022 w 550022"/>
              <a:gd name="connsiteY11" fmla="*/ 1706487 h 1706487"/>
              <a:gd name="connsiteX0" fmla="*/ 0 w 550022"/>
              <a:gd name="connsiteY0" fmla="*/ 1615047 h 1706487"/>
              <a:gd name="connsiteX1" fmla="*/ 0 w 550022"/>
              <a:gd name="connsiteY1" fmla="*/ 1615047 h 1706487"/>
              <a:gd name="connsiteX2" fmla="*/ 9603 w 550022"/>
              <a:gd name="connsiteY2" fmla="*/ 1356566 h 1706487"/>
              <a:gd name="connsiteX3" fmla="*/ 0 w 550022"/>
              <a:gd name="connsiteY3" fmla="*/ 229291 h 1706487"/>
              <a:gd name="connsiteX4" fmla="*/ 67158 w 550022"/>
              <a:gd name="connsiteY4" fmla="*/ 67158 h 1706487"/>
              <a:gd name="connsiteX5" fmla="*/ 229291 w 550022"/>
              <a:gd name="connsiteY5" fmla="*/ 0 h 1706487"/>
              <a:gd name="connsiteX6" fmla="*/ 229291 w 550022"/>
              <a:gd name="connsiteY6" fmla="*/ 0 h 1706487"/>
              <a:gd name="connsiteX7" fmla="*/ 391424 w 550022"/>
              <a:gd name="connsiteY7" fmla="*/ 67158 h 1706487"/>
              <a:gd name="connsiteX8" fmla="*/ 458582 w 550022"/>
              <a:gd name="connsiteY8" fmla="*/ 229291 h 1706487"/>
              <a:gd name="connsiteX9" fmla="*/ 458582 w 550022"/>
              <a:gd name="connsiteY9" fmla="*/ 1615047 h 1706487"/>
              <a:gd name="connsiteX10" fmla="*/ 458582 w 550022"/>
              <a:gd name="connsiteY10" fmla="*/ 1615047 h 1706487"/>
              <a:gd name="connsiteX11" fmla="*/ 550022 w 550022"/>
              <a:gd name="connsiteY11" fmla="*/ 1706487 h 1706487"/>
              <a:gd name="connsiteX0" fmla="*/ 0 w 550022"/>
              <a:gd name="connsiteY0" fmla="*/ 1615047 h 1706487"/>
              <a:gd name="connsiteX1" fmla="*/ 9603 w 550022"/>
              <a:gd name="connsiteY1" fmla="*/ 1356566 h 1706487"/>
              <a:gd name="connsiteX2" fmla="*/ 0 w 550022"/>
              <a:gd name="connsiteY2" fmla="*/ 229291 h 1706487"/>
              <a:gd name="connsiteX3" fmla="*/ 67158 w 550022"/>
              <a:gd name="connsiteY3" fmla="*/ 67158 h 1706487"/>
              <a:gd name="connsiteX4" fmla="*/ 229291 w 550022"/>
              <a:gd name="connsiteY4" fmla="*/ 0 h 1706487"/>
              <a:gd name="connsiteX5" fmla="*/ 229291 w 550022"/>
              <a:gd name="connsiteY5" fmla="*/ 0 h 1706487"/>
              <a:gd name="connsiteX6" fmla="*/ 391424 w 550022"/>
              <a:gd name="connsiteY6" fmla="*/ 67158 h 1706487"/>
              <a:gd name="connsiteX7" fmla="*/ 458582 w 550022"/>
              <a:gd name="connsiteY7" fmla="*/ 229291 h 1706487"/>
              <a:gd name="connsiteX8" fmla="*/ 458582 w 550022"/>
              <a:gd name="connsiteY8" fmla="*/ 1615047 h 1706487"/>
              <a:gd name="connsiteX9" fmla="*/ 458582 w 550022"/>
              <a:gd name="connsiteY9" fmla="*/ 1615047 h 1706487"/>
              <a:gd name="connsiteX10" fmla="*/ 550022 w 550022"/>
              <a:gd name="connsiteY10" fmla="*/ 1706487 h 1706487"/>
              <a:gd name="connsiteX0" fmla="*/ 9603 w 550022"/>
              <a:gd name="connsiteY0" fmla="*/ 1356566 h 1706487"/>
              <a:gd name="connsiteX1" fmla="*/ 0 w 550022"/>
              <a:gd name="connsiteY1" fmla="*/ 229291 h 1706487"/>
              <a:gd name="connsiteX2" fmla="*/ 67158 w 550022"/>
              <a:gd name="connsiteY2" fmla="*/ 67158 h 1706487"/>
              <a:gd name="connsiteX3" fmla="*/ 229291 w 550022"/>
              <a:gd name="connsiteY3" fmla="*/ 0 h 1706487"/>
              <a:gd name="connsiteX4" fmla="*/ 229291 w 550022"/>
              <a:gd name="connsiteY4" fmla="*/ 0 h 1706487"/>
              <a:gd name="connsiteX5" fmla="*/ 391424 w 550022"/>
              <a:gd name="connsiteY5" fmla="*/ 67158 h 1706487"/>
              <a:gd name="connsiteX6" fmla="*/ 458582 w 550022"/>
              <a:gd name="connsiteY6" fmla="*/ 229291 h 1706487"/>
              <a:gd name="connsiteX7" fmla="*/ 458582 w 550022"/>
              <a:gd name="connsiteY7" fmla="*/ 1615047 h 1706487"/>
              <a:gd name="connsiteX8" fmla="*/ 458582 w 550022"/>
              <a:gd name="connsiteY8" fmla="*/ 1615047 h 1706487"/>
              <a:gd name="connsiteX9" fmla="*/ 550022 w 550022"/>
              <a:gd name="connsiteY9" fmla="*/ 1706487 h 1706487"/>
              <a:gd name="connsiteX0" fmla="*/ 9603 w 458582"/>
              <a:gd name="connsiteY0" fmla="*/ 1356566 h 1615047"/>
              <a:gd name="connsiteX1" fmla="*/ 0 w 458582"/>
              <a:gd name="connsiteY1" fmla="*/ 229291 h 1615047"/>
              <a:gd name="connsiteX2" fmla="*/ 67158 w 458582"/>
              <a:gd name="connsiteY2" fmla="*/ 67158 h 1615047"/>
              <a:gd name="connsiteX3" fmla="*/ 229291 w 458582"/>
              <a:gd name="connsiteY3" fmla="*/ 0 h 1615047"/>
              <a:gd name="connsiteX4" fmla="*/ 229291 w 458582"/>
              <a:gd name="connsiteY4" fmla="*/ 0 h 1615047"/>
              <a:gd name="connsiteX5" fmla="*/ 391424 w 458582"/>
              <a:gd name="connsiteY5" fmla="*/ 67158 h 1615047"/>
              <a:gd name="connsiteX6" fmla="*/ 458582 w 458582"/>
              <a:gd name="connsiteY6" fmla="*/ 229291 h 1615047"/>
              <a:gd name="connsiteX7" fmla="*/ 458582 w 458582"/>
              <a:gd name="connsiteY7" fmla="*/ 1615047 h 1615047"/>
              <a:gd name="connsiteX8" fmla="*/ 458582 w 458582"/>
              <a:gd name="connsiteY8" fmla="*/ 1615047 h 1615047"/>
              <a:gd name="connsiteX0" fmla="*/ 9603 w 458582"/>
              <a:gd name="connsiteY0" fmla="*/ 1356566 h 1615047"/>
              <a:gd name="connsiteX1" fmla="*/ 0 w 458582"/>
              <a:gd name="connsiteY1" fmla="*/ 229291 h 1615047"/>
              <a:gd name="connsiteX2" fmla="*/ 67158 w 458582"/>
              <a:gd name="connsiteY2" fmla="*/ 67158 h 1615047"/>
              <a:gd name="connsiteX3" fmla="*/ 229291 w 458582"/>
              <a:gd name="connsiteY3" fmla="*/ 0 h 1615047"/>
              <a:gd name="connsiteX4" fmla="*/ 229291 w 458582"/>
              <a:gd name="connsiteY4" fmla="*/ 0 h 1615047"/>
              <a:gd name="connsiteX5" fmla="*/ 391424 w 458582"/>
              <a:gd name="connsiteY5" fmla="*/ 67158 h 1615047"/>
              <a:gd name="connsiteX6" fmla="*/ 458582 w 458582"/>
              <a:gd name="connsiteY6" fmla="*/ 229291 h 1615047"/>
              <a:gd name="connsiteX7" fmla="*/ 458582 w 458582"/>
              <a:gd name="connsiteY7" fmla="*/ 1615047 h 1615047"/>
              <a:gd name="connsiteX8" fmla="*/ 447473 w 458582"/>
              <a:gd name="connsiteY8" fmla="*/ 1462129 h 1615047"/>
              <a:gd name="connsiteX0" fmla="*/ 9603 w 458582"/>
              <a:gd name="connsiteY0" fmla="*/ 1356566 h 1462129"/>
              <a:gd name="connsiteX1" fmla="*/ 0 w 458582"/>
              <a:gd name="connsiteY1" fmla="*/ 229291 h 1462129"/>
              <a:gd name="connsiteX2" fmla="*/ 67158 w 458582"/>
              <a:gd name="connsiteY2" fmla="*/ 67158 h 1462129"/>
              <a:gd name="connsiteX3" fmla="*/ 229291 w 458582"/>
              <a:gd name="connsiteY3" fmla="*/ 0 h 1462129"/>
              <a:gd name="connsiteX4" fmla="*/ 229291 w 458582"/>
              <a:gd name="connsiteY4" fmla="*/ 0 h 1462129"/>
              <a:gd name="connsiteX5" fmla="*/ 391424 w 458582"/>
              <a:gd name="connsiteY5" fmla="*/ 67158 h 1462129"/>
              <a:gd name="connsiteX6" fmla="*/ 458582 w 458582"/>
              <a:gd name="connsiteY6" fmla="*/ 229291 h 1462129"/>
              <a:gd name="connsiteX7" fmla="*/ 447473 w 458582"/>
              <a:gd name="connsiteY7" fmla="*/ 1462129 h 1462129"/>
              <a:gd name="connsiteX0" fmla="*/ 28227 w 458582"/>
              <a:gd name="connsiteY0" fmla="*/ 1401330 h 1462129"/>
              <a:gd name="connsiteX1" fmla="*/ 0 w 458582"/>
              <a:gd name="connsiteY1" fmla="*/ 229291 h 1462129"/>
              <a:gd name="connsiteX2" fmla="*/ 67158 w 458582"/>
              <a:gd name="connsiteY2" fmla="*/ 67158 h 1462129"/>
              <a:gd name="connsiteX3" fmla="*/ 229291 w 458582"/>
              <a:gd name="connsiteY3" fmla="*/ 0 h 1462129"/>
              <a:gd name="connsiteX4" fmla="*/ 229291 w 458582"/>
              <a:gd name="connsiteY4" fmla="*/ 0 h 1462129"/>
              <a:gd name="connsiteX5" fmla="*/ 391424 w 458582"/>
              <a:gd name="connsiteY5" fmla="*/ 67158 h 1462129"/>
              <a:gd name="connsiteX6" fmla="*/ 458582 w 458582"/>
              <a:gd name="connsiteY6" fmla="*/ 229291 h 1462129"/>
              <a:gd name="connsiteX7" fmla="*/ 447473 w 458582"/>
              <a:gd name="connsiteY7" fmla="*/ 1462129 h 1462129"/>
              <a:gd name="connsiteX0" fmla="*/ 0 w 459179"/>
              <a:gd name="connsiteY0" fmla="*/ 1379079 h 1462129"/>
              <a:gd name="connsiteX1" fmla="*/ 597 w 459179"/>
              <a:gd name="connsiteY1" fmla="*/ 229291 h 1462129"/>
              <a:gd name="connsiteX2" fmla="*/ 67755 w 459179"/>
              <a:gd name="connsiteY2" fmla="*/ 67158 h 1462129"/>
              <a:gd name="connsiteX3" fmla="*/ 229888 w 459179"/>
              <a:gd name="connsiteY3" fmla="*/ 0 h 1462129"/>
              <a:gd name="connsiteX4" fmla="*/ 229888 w 459179"/>
              <a:gd name="connsiteY4" fmla="*/ 0 h 1462129"/>
              <a:gd name="connsiteX5" fmla="*/ 392021 w 459179"/>
              <a:gd name="connsiteY5" fmla="*/ 67158 h 1462129"/>
              <a:gd name="connsiteX6" fmla="*/ 459179 w 459179"/>
              <a:gd name="connsiteY6" fmla="*/ 229291 h 1462129"/>
              <a:gd name="connsiteX7" fmla="*/ 448070 w 459179"/>
              <a:gd name="connsiteY7" fmla="*/ 1462129 h 146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179" h="1462129">
                <a:moveTo>
                  <a:pt x="0" y="1379079"/>
                </a:moveTo>
                <a:lnTo>
                  <a:pt x="597" y="229291"/>
                </a:lnTo>
                <a:cubicBezTo>
                  <a:pt x="597" y="168479"/>
                  <a:pt x="24755" y="110158"/>
                  <a:pt x="67755" y="67158"/>
                </a:cubicBezTo>
                <a:cubicBezTo>
                  <a:pt x="110755" y="24158"/>
                  <a:pt x="169077" y="0"/>
                  <a:pt x="229888" y="0"/>
                </a:cubicBezTo>
                <a:lnTo>
                  <a:pt x="229888" y="0"/>
                </a:lnTo>
                <a:cubicBezTo>
                  <a:pt x="290700" y="0"/>
                  <a:pt x="349021" y="24158"/>
                  <a:pt x="392021" y="67158"/>
                </a:cubicBezTo>
                <a:cubicBezTo>
                  <a:pt x="435021" y="110158"/>
                  <a:pt x="459179" y="168480"/>
                  <a:pt x="459179" y="229291"/>
                </a:cubicBezTo>
                <a:lnTo>
                  <a:pt x="448070" y="1462129"/>
                </a:lnTo>
              </a:path>
            </a:pathLst>
          </a:custGeom>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rot="21000000">
            <a:off x="600152" y="3389654"/>
            <a:ext cx="7622161" cy="1679594"/>
          </a:xfrm>
        </p:spPr>
        <p:txBody>
          <a:bodyPr vert="horz" lIns="91440" tIns="45720" rIns="91440" bIns="45720" rtlCol="0" anchor="b" anchorCtr="0">
            <a:noAutofit/>
          </a:bodyPr>
          <a:lstStyle>
            <a:lvl1pPr algn="r" defTabSz="914400" rtl="0" eaLnBrk="1" latinLnBrk="0" hangingPunct="1">
              <a:lnSpc>
                <a:spcPts val="5600"/>
              </a:lnSpc>
              <a:spcBef>
                <a:spcPct val="0"/>
              </a:spcBef>
              <a:buNone/>
              <a:defRPr sz="4600" kern="1200">
                <a:solidFill>
                  <a:schemeClr val="bg1"/>
                </a:solidFill>
                <a:latin typeface="+mj-lt"/>
                <a:ea typeface="+mj-ea"/>
                <a:cs typeface="+mj-cs"/>
              </a:defRPr>
            </a:lvl1pPr>
          </a:lstStyle>
          <a:p>
            <a:r>
              <a:rPr lang="en-US"/>
              <a:t>Click to edit Master title style</a:t>
            </a:r>
            <a:endParaRPr/>
          </a:p>
        </p:txBody>
      </p:sp>
      <p:sp>
        <p:nvSpPr>
          <p:cNvPr id="29" name="Rectangle 28"/>
          <p:cNvSpPr/>
          <p:nvPr/>
        </p:nvSpPr>
        <p:spPr>
          <a:xfrm>
            <a:off x="0" y="0"/>
            <a:ext cx="9144000" cy="6858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2" name="Round Same Side Corner Rectangle 31"/>
          <p:cNvSpPr/>
          <p:nvPr/>
        </p:nvSpPr>
        <p:spPr>
          <a:xfrm rot="16200000">
            <a:off x="3974664" y="-2347475"/>
            <a:ext cx="1450260"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99247" y="3024188"/>
            <a:ext cx="3657600" cy="3376612"/>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51294" y="3024188"/>
            <a:ext cx="3657600" cy="3376612"/>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92AEC960-1F6D-44A9-80B8-39618AA04C59}"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B70FB-18ED-4CA5-8368-F946A6F2C1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48200" y="5181599"/>
            <a:ext cx="4267200" cy="1447800"/>
          </a:xfrm>
        </p:spPr>
        <p:txBody>
          <a:bodyPr vert="horz" lIns="91440" tIns="45720" rIns="91440" bIns="45720" rtlCol="0" anchor="ctr">
            <a:noAutofit/>
          </a:bodyPr>
          <a:lstStyle>
            <a:lvl1pPr algn="r">
              <a:defRPr/>
            </a:lvl1pPr>
          </a:lstStyle>
          <a:p>
            <a:pPr lvl="0" algn="r"/>
            <a:r>
              <a:rPr lang="en-US"/>
              <a:t>Click to edit Master title style</a:t>
            </a:r>
            <a:endParaRPr dirty="0"/>
          </a:p>
        </p:txBody>
      </p:sp>
      <p:sp>
        <p:nvSpPr>
          <p:cNvPr id="4" name="Content Placeholder 3"/>
          <p:cNvSpPr>
            <a:spLocks noGrp="1"/>
          </p:cNvSpPr>
          <p:nvPr>
            <p:ph sz="half" idx="2"/>
          </p:nvPr>
        </p:nvSpPr>
        <p:spPr>
          <a:xfrm>
            <a:off x="4572000" y="928083"/>
            <a:ext cx="4343400" cy="3923271"/>
          </a:xfrm>
          <a:ln>
            <a:noFill/>
          </a:ln>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78258" y="1828800"/>
            <a:ext cx="4343400" cy="392327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92AEC960-1F6D-44A9-80B8-39618AA04C59}" type="datetimeFigureOut">
              <a:rPr lang="en-US" smtClean="0"/>
              <a:t>25-Sep-25</a:t>
            </a:fld>
            <a:endParaRPr lang="en-US"/>
          </a:p>
        </p:txBody>
      </p:sp>
      <p:sp>
        <p:nvSpPr>
          <p:cNvPr id="8" name="Footer Placeholder 7"/>
          <p:cNvSpPr>
            <a:spLocks noGrp="1"/>
          </p:cNvSpPr>
          <p:nvPr>
            <p:ph type="ftr" sz="quarter" idx="11"/>
          </p:nvPr>
        </p:nvSpPr>
        <p:spPr/>
        <p:txBody>
          <a:bodyPr/>
          <a:lstStyle/>
          <a:p>
            <a:endParaRPr lang="en-US"/>
          </a:p>
        </p:txBody>
      </p:sp>
      <p:sp>
        <p:nvSpPr>
          <p:cNvPr id="11" name="Round Same Side Corner Rectangle 10"/>
          <p:cNvSpPr/>
          <p:nvPr/>
        </p:nvSpPr>
        <p:spPr>
          <a:xfrm rot="5400000">
            <a:off x="1849727" y="3923851"/>
            <a:ext cx="667512" cy="4319833"/>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9" name="Slide Number Placeholder 8"/>
          <p:cNvSpPr>
            <a:spLocks noGrp="1"/>
          </p:cNvSpPr>
          <p:nvPr>
            <p:ph type="sldNum" sz="quarter" idx="12"/>
          </p:nvPr>
        </p:nvSpPr>
        <p:spPr/>
        <p:txBody>
          <a:bodyPr/>
          <a:lstStyle/>
          <a:p>
            <a:fld id="{F02B70FB-18ED-4CA5-8368-F946A6F2C1F7}" type="slidenum">
              <a:rPr lang="en-US" smtClean="0"/>
              <a:t>‹#›</a:t>
            </a:fld>
            <a:endParaRPr lang="en-US"/>
          </a:p>
        </p:txBody>
      </p:sp>
      <p:sp>
        <p:nvSpPr>
          <p:cNvPr id="12" name="Round Same Side Corner Rectangle 11"/>
          <p:cNvSpPr/>
          <p:nvPr/>
        </p:nvSpPr>
        <p:spPr>
          <a:xfrm rot="16200000">
            <a:off x="6639740" y="-1566294"/>
            <a:ext cx="668595" cy="4292793"/>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3" name="Text Placeholder 2"/>
          <p:cNvSpPr>
            <a:spLocks noGrp="1"/>
          </p:cNvSpPr>
          <p:nvPr>
            <p:ph type="body" idx="1"/>
          </p:nvPr>
        </p:nvSpPr>
        <p:spPr>
          <a:xfrm>
            <a:off x="5184648" y="246063"/>
            <a:ext cx="3730752" cy="668338"/>
          </a:xfrm>
          <a:prstGeom prst="rect">
            <a:avLst/>
          </a:prstGeom>
          <a:ln>
            <a:noFill/>
          </a:ln>
        </p:spPr>
        <p:txBody>
          <a:bodyPr vert="horz" lIns="91440" tIns="45720" rIns="91440" bIns="45720" rtlCol="0" anchor="ctr" anchorCtr="0">
            <a:normAutofit/>
          </a:bodyPr>
          <a:lstStyle>
            <a:lvl1pPr marL="342900" indent="-342900" algn="ctr">
              <a:buFont typeface="Arial" pitchFamily="34" charset="0"/>
              <a:buNone/>
              <a:defRPr lang="en-US" smtClean="0"/>
            </a:lvl1pPr>
          </a:lstStyle>
          <a:p>
            <a:pPr marL="0" lvl="0" indent="0" algn="ctr"/>
            <a:r>
              <a:rPr lang="en-US"/>
              <a:t>Click to edit Master text styles</a:t>
            </a:r>
          </a:p>
        </p:txBody>
      </p:sp>
      <p:sp>
        <p:nvSpPr>
          <p:cNvPr id="5" name="Text Placeholder 4"/>
          <p:cNvSpPr>
            <a:spLocks noGrp="1"/>
          </p:cNvSpPr>
          <p:nvPr>
            <p:ph type="body" sz="quarter" idx="3"/>
          </p:nvPr>
        </p:nvSpPr>
        <p:spPr>
          <a:xfrm>
            <a:off x="304800" y="5749925"/>
            <a:ext cx="3733800" cy="668337"/>
          </a:xfrm>
          <a:prstGeom prst="rect">
            <a:avLst/>
          </a:prstGeom>
        </p:spPr>
        <p:txBody>
          <a:bodyPr vert="horz" lIns="91440" tIns="45720" rIns="91440" bIns="45720" rtlCol="0" anchor="ctr" anchorCtr="0">
            <a:normAutofit/>
          </a:bodyPr>
          <a:lstStyle>
            <a:lvl1pPr marL="342900" indent="-342900" algn="ctr">
              <a:buFont typeface="Arial" pitchFamily="34" charset="0"/>
              <a:buNone/>
              <a:defRPr lang="en-US" dirty="0" smtClean="0"/>
            </a:lvl1pPr>
          </a:lstStyle>
          <a:p>
            <a:pPr marL="0" lvl="0" indent="0" algn="ctr"/>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ound Same Side Corner Rectangle 6"/>
          <p:cNvSpPr/>
          <p:nvPr/>
        </p:nvSpPr>
        <p:spPr>
          <a:xfrm rot="16200000">
            <a:off x="3974664" y="-2347475"/>
            <a:ext cx="1450260"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2AEC960-1F6D-44A9-80B8-39618AA04C59}" type="datetimeFigureOut">
              <a:rPr lang="en-US" smtClean="0"/>
              <a:t>25-Sep-25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2B70FB-18ED-4CA5-8368-F946A6F2C1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AEC960-1F6D-44A9-80B8-39618AA04C59}" type="datetimeFigureOut">
              <a:rPr lang="en-US" smtClean="0"/>
              <a:t>25-Sep-25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2B70FB-18ED-4CA5-8368-F946A6F2C1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3" name="Rounded Rectangle 32"/>
          <p:cNvSpPr/>
          <p:nvPr/>
        </p:nvSpPr>
        <p:spPr>
          <a:xfrm>
            <a:off x="366713" y="2357120"/>
            <a:ext cx="3748088" cy="2143760"/>
          </a:xfrm>
          <a:prstGeom prst="roundRect">
            <a:avLst/>
          </a:prstGeom>
          <a:solidFill>
            <a:schemeClr val="accent1">
              <a:alpha val="60000"/>
            </a:schemeClr>
          </a:solidFill>
          <a:ln w="63500">
            <a:solidFill>
              <a:schemeClr val="accent2">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33399" y="2514600"/>
            <a:ext cx="3429000" cy="1828800"/>
          </a:xfrm>
        </p:spPr>
        <p:txBody>
          <a:bodyPr vert="horz" lIns="91440" tIns="45720" rIns="91440" bIns="45720" rtlCol="0" anchor="ctr" anchorCtr="0">
            <a:noAutofit/>
          </a:bodyPr>
          <a:lstStyle>
            <a:lvl1pPr algn="ctr">
              <a:defRPr sz="3600" b="0" dirty="0"/>
            </a:lvl1pPr>
          </a:lstStyle>
          <a:p>
            <a:pPr lvl="0" algn="ctr"/>
            <a:r>
              <a:rPr lang="en-US"/>
              <a:t>Click to edit Master title style</a:t>
            </a:r>
            <a:endParaRPr dirty="0"/>
          </a:p>
        </p:txBody>
      </p:sp>
      <p:sp>
        <p:nvSpPr>
          <p:cNvPr id="3" name="Content Placeholder 2"/>
          <p:cNvSpPr>
            <a:spLocks noGrp="1"/>
          </p:cNvSpPr>
          <p:nvPr>
            <p:ph idx="1"/>
          </p:nvPr>
        </p:nvSpPr>
        <p:spPr>
          <a:xfrm>
            <a:off x="4504766" y="990600"/>
            <a:ext cx="4258234" cy="52578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33400" y="4953000"/>
            <a:ext cx="3429000" cy="1295400"/>
          </a:xfrm>
        </p:spPr>
        <p:txBody>
          <a:bodyPr anchor="ctr" anchorCtr="0">
            <a:normAutofit/>
          </a:bodyPr>
          <a:lstStyle>
            <a:lvl1pPr marL="0" indent="0" algn="ctr">
              <a:spcAft>
                <a:spcPts val="1000"/>
              </a:spcAft>
              <a:buNone/>
              <a:defRPr sz="1600">
                <a:effectLs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AEC960-1F6D-44A9-80B8-39618AA04C59}"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B70FB-18ED-4CA5-8368-F946A6F2C1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4" name="Rectangle 33"/>
          <p:cNvSpPr/>
          <p:nvPr/>
        </p:nvSpPr>
        <p:spPr>
          <a:xfrm>
            <a:off x="9144" y="2476500"/>
            <a:ext cx="9125712" cy="4368800"/>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36" name="Straight Connector 35"/>
          <p:cNvCxnSpPr/>
          <p:nvPr/>
        </p:nvCxnSpPr>
        <p:spPr>
          <a:xfrm>
            <a:off x="9144" y="2476500"/>
            <a:ext cx="9125712" cy="1588"/>
          </a:xfrm>
          <a:prstGeom prst="line">
            <a:avLst/>
          </a:prstGeom>
          <a:ln w="25400">
            <a:solidFill>
              <a:schemeClr val="accent2">
                <a:alpha val="40000"/>
              </a:schemeClr>
            </a:solidFill>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fld id="{92AEC960-1F6D-44A9-80B8-39618AA04C59}"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B70FB-18ED-4CA5-8368-F946A6F2C1F7}" type="slidenum">
              <a:rPr lang="en-US" smtClean="0"/>
              <a:t>‹#›</a:t>
            </a:fld>
            <a:endParaRPr lang="en-US"/>
          </a:p>
        </p:txBody>
      </p:sp>
      <p:sp>
        <p:nvSpPr>
          <p:cNvPr id="2" name="Title 1"/>
          <p:cNvSpPr>
            <a:spLocks noGrp="1"/>
          </p:cNvSpPr>
          <p:nvPr>
            <p:ph type="title"/>
          </p:nvPr>
        </p:nvSpPr>
        <p:spPr>
          <a:xfrm>
            <a:off x="4295758" y="167570"/>
            <a:ext cx="4656825" cy="2023963"/>
          </a:xfrm>
        </p:spPr>
        <p:txBody>
          <a:bodyPr vert="horz" lIns="91440" tIns="45720" rIns="91440" bIns="45720" rtlCol="0" anchor="b" anchorCtr="0">
            <a:noAutofit/>
          </a:bodyPr>
          <a:lstStyle>
            <a:lvl1pPr algn="r">
              <a:defRPr sz="4400" dirty="0"/>
            </a:lvl1pPr>
          </a:lstStyle>
          <a:p>
            <a:pPr lvl="0" algn="r"/>
            <a:r>
              <a:rPr lang="en-US"/>
              <a:t>Click to edit Master title style</a:t>
            </a:r>
            <a:endParaRPr dirty="0"/>
          </a:p>
        </p:txBody>
      </p:sp>
      <p:sp>
        <p:nvSpPr>
          <p:cNvPr id="3" name="Picture Placeholder 2"/>
          <p:cNvSpPr>
            <a:spLocks noGrp="1"/>
          </p:cNvSpPr>
          <p:nvPr>
            <p:ph type="pic" idx="1"/>
          </p:nvPr>
        </p:nvSpPr>
        <p:spPr>
          <a:xfrm rot="180000">
            <a:off x="4811290" y="2659443"/>
            <a:ext cx="3703911" cy="3864287"/>
          </a:xfrm>
          <a:prstGeom prst="roundRect">
            <a:avLst>
              <a:gd name="adj" fmla="val 7476"/>
            </a:avLst>
          </a:prstGeom>
          <a:ln w="63500">
            <a:solidFill>
              <a:schemeClr val="accent2"/>
            </a:solidFill>
          </a:ln>
        </p:spPr>
        <p:txBody>
          <a:bodyPr vert="horz" lIns="91440" tIns="45720" rIns="91440" bIns="45720" rtlCol="0">
            <a:normAutofit/>
          </a:bodyPr>
          <a:lstStyle>
            <a:lvl1pPr>
              <a:defRPr sz="2000" baseline="0"/>
            </a:lvl1pPr>
          </a:lstStyle>
          <a:p>
            <a:pPr marL="0" lvl="0" indent="0">
              <a:buNone/>
            </a:pPr>
            <a:r>
              <a:rPr lang="en-US"/>
              <a:t>Drag picture to placeholder or click icon to add</a:t>
            </a:r>
            <a:endParaRPr/>
          </a:p>
        </p:txBody>
      </p:sp>
      <p:sp>
        <p:nvSpPr>
          <p:cNvPr id="4" name="Text Placeholder 3"/>
          <p:cNvSpPr>
            <a:spLocks noGrp="1"/>
          </p:cNvSpPr>
          <p:nvPr>
            <p:ph type="body" sz="half" idx="2"/>
          </p:nvPr>
        </p:nvSpPr>
        <p:spPr>
          <a:xfrm>
            <a:off x="530352" y="2547938"/>
            <a:ext cx="3951755" cy="3700463"/>
          </a:xfrm>
        </p:spPr>
        <p:txBody>
          <a:bodyPr vert="horz" lIns="91440" tIns="45720" rIns="91440" bIns="45720" rtlCol="0">
            <a:normAutofit/>
          </a:bodyPr>
          <a:lstStyle>
            <a:lvl1pPr marL="342900" indent="-342900">
              <a:buFont typeface="Arial" pitchFamily="34" charset="0"/>
              <a:buNone/>
              <a:defRPr lang="en-US" sz="2800" dirty="0" smtClean="0">
                <a:effectLst/>
              </a:defRPr>
            </a:lvl1pPr>
          </a:lstStyle>
          <a:p>
            <a:pPr marL="0" lvl="0" indent="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Above Caption">
    <p:spTree>
      <p:nvGrpSpPr>
        <p:cNvPr id="1" name=""/>
        <p:cNvGrpSpPr/>
        <p:nvPr/>
      </p:nvGrpSpPr>
      <p:grpSpPr>
        <a:xfrm>
          <a:off x="0" y="0"/>
          <a:ext cx="0" cy="0"/>
          <a:chOff x="0" y="0"/>
          <a:chExt cx="0" cy="0"/>
        </a:xfrm>
      </p:grpSpPr>
      <p:grpSp>
        <p:nvGrpSpPr>
          <p:cNvPr id="7" name="Group 6"/>
          <p:cNvGrpSpPr/>
          <p:nvPr userDrawn="1"/>
        </p:nvGrpSpPr>
        <p:grpSpPr>
          <a:xfrm>
            <a:off x="9144" y="3810000"/>
            <a:ext cx="9125712" cy="3035300"/>
            <a:chOff x="9144" y="3810000"/>
            <a:chExt cx="9125712" cy="3035300"/>
          </a:xfrm>
        </p:grpSpPr>
        <p:sp>
          <p:nvSpPr>
            <p:cNvPr id="8" name="Rectangle 7"/>
            <p:cNvSpPr/>
            <p:nvPr/>
          </p:nvSpPr>
          <p:spPr>
            <a:xfrm>
              <a:off x="9144" y="3810000"/>
              <a:ext cx="9125712" cy="3035300"/>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9" name="Straight Connector 8"/>
            <p:cNvCxnSpPr/>
            <p:nvPr/>
          </p:nvCxnSpPr>
          <p:spPr>
            <a:xfrm>
              <a:off x="9144" y="3810000"/>
              <a:ext cx="9125712" cy="1588"/>
            </a:xfrm>
            <a:prstGeom prst="line">
              <a:avLst/>
            </a:prstGeom>
            <a:ln w="25400">
              <a:solidFill>
                <a:schemeClr val="accent2">
                  <a:alpha val="4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712788" y="4444533"/>
            <a:ext cx="7716839" cy="723620"/>
          </a:xfrm>
        </p:spPr>
        <p:txBody>
          <a:bodyPr anchor="b" anchorCtr="0"/>
          <a:lstStyle>
            <a:lvl1pPr algn="ctr">
              <a:defRPr sz="3600"/>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F02B70FB-18ED-4CA5-8368-F946A6F2C1F7}" type="slidenum">
              <a:rPr lang="en-US" smtClean="0"/>
              <a:t>‹#›</a:t>
            </a:fld>
            <a:endParaRPr lang="en-US"/>
          </a:p>
        </p:txBody>
      </p:sp>
      <p:sp>
        <p:nvSpPr>
          <p:cNvPr id="4" name="Footer Placeholder 3"/>
          <p:cNvSpPr>
            <a:spLocks noGrp="1"/>
          </p:cNvSpPr>
          <p:nvPr>
            <p:ph type="ftr" sz="quarter" idx="11"/>
          </p:nvPr>
        </p:nvSpPr>
        <p:spPr/>
        <p:txBody>
          <a:bodyPr/>
          <a:lstStyle/>
          <a:p>
            <a:endParaRPr lang="en-US"/>
          </a:p>
        </p:txBody>
      </p:sp>
      <p:sp>
        <p:nvSpPr>
          <p:cNvPr id="5" name="Date Placeholder 4"/>
          <p:cNvSpPr>
            <a:spLocks noGrp="1"/>
          </p:cNvSpPr>
          <p:nvPr>
            <p:ph type="dt" sz="half" idx="12"/>
          </p:nvPr>
        </p:nvSpPr>
        <p:spPr/>
        <p:txBody>
          <a:bodyPr/>
          <a:lstStyle/>
          <a:p>
            <a:fld id="{92AEC960-1F6D-44A9-80B8-39618AA04C59}" type="datetimeFigureOut">
              <a:rPr lang="en-US" smtClean="0"/>
              <a:t>25-Sep-25</a:t>
            </a:fld>
            <a:endParaRPr lang="en-US"/>
          </a:p>
        </p:txBody>
      </p:sp>
      <p:sp>
        <p:nvSpPr>
          <p:cNvPr id="11" name="Text Placeholder 10"/>
          <p:cNvSpPr>
            <a:spLocks noGrp="1"/>
          </p:cNvSpPr>
          <p:nvPr>
            <p:ph type="body" sz="quarter" idx="13"/>
          </p:nvPr>
        </p:nvSpPr>
        <p:spPr>
          <a:xfrm>
            <a:off x="713232" y="5105399"/>
            <a:ext cx="7717536" cy="1281953"/>
          </a:xfrm>
        </p:spPr>
        <p:txBody>
          <a:bodyPr>
            <a:noAutofit/>
          </a:bodyPr>
          <a:lstStyle>
            <a:lvl1pPr marL="0" indent="0" algn="ctr">
              <a:spcAft>
                <a:spcPts val="300"/>
              </a:spcAft>
              <a:buFontTx/>
              <a:buNone/>
              <a:defRPr sz="1800" b="0">
                <a:effectLst/>
              </a:defRPr>
            </a:lvl1pPr>
            <a:lvl2pPr marL="349250" indent="0">
              <a:buFontTx/>
              <a:buNone/>
              <a:defRPr/>
            </a:lvl2pPr>
            <a:lvl3pPr marL="631825" indent="0">
              <a:buFontTx/>
              <a:buNone/>
              <a:defRPr/>
            </a:lvl3pPr>
            <a:lvl4pPr marL="914400" indent="0">
              <a:buFontTx/>
              <a:buNone/>
              <a:defRPr/>
            </a:lvl4pPr>
            <a:lvl5pPr marL="1196975" indent="0">
              <a:buFontTx/>
              <a:buNone/>
              <a:defRPr/>
            </a:lvl5pPr>
          </a:lstStyle>
          <a:p>
            <a:pPr lvl="0"/>
            <a:r>
              <a:rPr lang="en-US"/>
              <a:t>Click to edit Master text styles</a:t>
            </a:r>
          </a:p>
        </p:txBody>
      </p:sp>
      <p:sp>
        <p:nvSpPr>
          <p:cNvPr id="13" name="Picture Placeholder 2"/>
          <p:cNvSpPr>
            <a:spLocks noGrp="1"/>
          </p:cNvSpPr>
          <p:nvPr>
            <p:ph type="pic" idx="1"/>
          </p:nvPr>
        </p:nvSpPr>
        <p:spPr>
          <a:xfrm rot="21338992">
            <a:off x="2407361" y="921379"/>
            <a:ext cx="4329278" cy="3340716"/>
          </a:xfrm>
          <a:prstGeom prst="roundRect">
            <a:avLst>
              <a:gd name="adj" fmla="val 7476"/>
            </a:avLst>
          </a:prstGeom>
          <a:ln w="63500">
            <a:solidFill>
              <a:schemeClr val="accent2"/>
            </a:solidFill>
          </a:ln>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Tree>
    <p:extLst>
      <p:ext uri="{BB962C8B-B14F-4D97-AF65-F5344CB8AC3E}">
        <p14:creationId xmlns:p14="http://schemas.microsoft.com/office/powerpoint/2010/main" val="3843507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Pictures above Caption">
    <p:spTree>
      <p:nvGrpSpPr>
        <p:cNvPr id="1" name=""/>
        <p:cNvGrpSpPr/>
        <p:nvPr/>
      </p:nvGrpSpPr>
      <p:grpSpPr>
        <a:xfrm>
          <a:off x="0" y="0"/>
          <a:ext cx="0" cy="0"/>
          <a:chOff x="0" y="0"/>
          <a:chExt cx="0" cy="0"/>
        </a:xfrm>
      </p:grpSpPr>
      <p:grpSp>
        <p:nvGrpSpPr>
          <p:cNvPr id="6" name="Group 5"/>
          <p:cNvGrpSpPr/>
          <p:nvPr/>
        </p:nvGrpSpPr>
        <p:grpSpPr>
          <a:xfrm>
            <a:off x="9144" y="3810000"/>
            <a:ext cx="9125712" cy="3035300"/>
            <a:chOff x="9144" y="3810000"/>
            <a:chExt cx="9125712" cy="3035300"/>
          </a:xfrm>
        </p:grpSpPr>
        <p:sp>
          <p:nvSpPr>
            <p:cNvPr id="7" name="Rectangle 6"/>
            <p:cNvSpPr/>
            <p:nvPr/>
          </p:nvSpPr>
          <p:spPr>
            <a:xfrm>
              <a:off x="9144" y="3810000"/>
              <a:ext cx="9125712" cy="3035300"/>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8" name="Straight Connector 7"/>
            <p:cNvCxnSpPr/>
            <p:nvPr/>
          </p:nvCxnSpPr>
          <p:spPr>
            <a:xfrm>
              <a:off x="9144" y="3810000"/>
              <a:ext cx="9125712" cy="1588"/>
            </a:xfrm>
            <a:prstGeom prst="line">
              <a:avLst/>
            </a:prstGeom>
            <a:ln w="25400">
              <a:solidFill>
                <a:schemeClr val="accent2">
                  <a:alpha val="4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712788" y="4444533"/>
            <a:ext cx="7716839" cy="723620"/>
          </a:xfrm>
        </p:spPr>
        <p:txBody>
          <a:bodyPr anchor="b" anchorCtr="0"/>
          <a:lstStyle>
            <a:lvl1pPr algn="ctr">
              <a:defRPr sz="3600"/>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F02B70FB-18ED-4CA5-8368-F946A6F2C1F7}" type="slidenum">
              <a:rPr lang="en-US" smtClean="0"/>
              <a:t>‹#›</a:t>
            </a:fld>
            <a:endParaRPr lang="en-US"/>
          </a:p>
        </p:txBody>
      </p:sp>
      <p:sp>
        <p:nvSpPr>
          <p:cNvPr id="4" name="Footer Placeholder 3"/>
          <p:cNvSpPr>
            <a:spLocks noGrp="1"/>
          </p:cNvSpPr>
          <p:nvPr>
            <p:ph type="ftr" sz="quarter" idx="11"/>
          </p:nvPr>
        </p:nvSpPr>
        <p:spPr/>
        <p:txBody>
          <a:bodyPr/>
          <a:lstStyle/>
          <a:p>
            <a:endParaRPr lang="en-US"/>
          </a:p>
        </p:txBody>
      </p:sp>
      <p:sp>
        <p:nvSpPr>
          <p:cNvPr id="11" name="Picture Placeholder 2"/>
          <p:cNvSpPr>
            <a:spLocks noGrp="1"/>
          </p:cNvSpPr>
          <p:nvPr>
            <p:ph type="pic" idx="1"/>
          </p:nvPr>
        </p:nvSpPr>
        <p:spPr>
          <a:xfrm rot="21338992">
            <a:off x="4305320" y="997812"/>
            <a:ext cx="4329278" cy="3178754"/>
          </a:xfrm>
          <a:prstGeom prst="roundRect">
            <a:avLst>
              <a:gd name="adj" fmla="val 7476"/>
            </a:avLst>
          </a:prstGeom>
          <a:ln w="63500">
            <a:solidFill>
              <a:schemeClr val="accent2"/>
            </a:solidFill>
          </a:ln>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5" name="Date Placeholder 4"/>
          <p:cNvSpPr>
            <a:spLocks noGrp="1"/>
          </p:cNvSpPr>
          <p:nvPr>
            <p:ph type="dt" sz="half" idx="12"/>
          </p:nvPr>
        </p:nvSpPr>
        <p:spPr/>
        <p:txBody>
          <a:bodyPr/>
          <a:lstStyle/>
          <a:p>
            <a:fld id="{92AEC960-1F6D-44A9-80B8-39618AA04C59}" type="datetimeFigureOut">
              <a:rPr lang="en-US" smtClean="0"/>
              <a:t>25-Sep-25</a:t>
            </a:fld>
            <a:endParaRPr lang="en-US"/>
          </a:p>
        </p:txBody>
      </p:sp>
      <p:sp>
        <p:nvSpPr>
          <p:cNvPr id="10" name="Text Placeholder 9"/>
          <p:cNvSpPr>
            <a:spLocks noGrp="1"/>
          </p:cNvSpPr>
          <p:nvPr>
            <p:ph type="body" sz="quarter" idx="13"/>
          </p:nvPr>
        </p:nvSpPr>
        <p:spPr>
          <a:xfrm>
            <a:off x="713232" y="5105399"/>
            <a:ext cx="7717536" cy="1281953"/>
          </a:xfrm>
        </p:spPr>
        <p:txBody>
          <a:bodyPr>
            <a:normAutofit/>
          </a:bodyPr>
          <a:lstStyle>
            <a:lvl1pPr marL="0" indent="0" algn="ctr">
              <a:spcAft>
                <a:spcPts val="300"/>
              </a:spcAft>
              <a:buFontTx/>
              <a:buNone/>
              <a:defRPr sz="1800">
                <a:effectLst/>
              </a:defRPr>
            </a:lvl1pPr>
            <a:lvl2pPr marL="349250" indent="0">
              <a:buFontTx/>
              <a:buNone/>
              <a:defRPr>
                <a:effectLst/>
              </a:defRPr>
            </a:lvl2pPr>
            <a:lvl3pPr marL="631825" indent="0">
              <a:buFontTx/>
              <a:buNone/>
              <a:defRPr>
                <a:effectLst/>
              </a:defRPr>
            </a:lvl3pPr>
            <a:lvl4pPr marL="914400" indent="0">
              <a:buFontTx/>
              <a:buNone/>
              <a:defRPr>
                <a:effectLst/>
              </a:defRPr>
            </a:lvl4pPr>
            <a:lvl5pPr marL="1196975" indent="0">
              <a:buFontTx/>
              <a:buNone/>
              <a:defRPr>
                <a:effectLst/>
              </a:defRPr>
            </a:lvl5pPr>
          </a:lstStyle>
          <a:p>
            <a:pPr lvl="0"/>
            <a:r>
              <a:rPr lang="en-US"/>
              <a:t>Click to edit Master text styles</a:t>
            </a:r>
          </a:p>
        </p:txBody>
      </p:sp>
      <p:sp>
        <p:nvSpPr>
          <p:cNvPr id="12" name="Picture Placeholder 2"/>
          <p:cNvSpPr>
            <a:spLocks noGrp="1"/>
          </p:cNvSpPr>
          <p:nvPr>
            <p:ph type="pic" idx="14"/>
          </p:nvPr>
        </p:nvSpPr>
        <p:spPr>
          <a:xfrm rot="153739">
            <a:off x="451737" y="946831"/>
            <a:ext cx="4329278" cy="3178754"/>
          </a:xfrm>
          <a:prstGeom prst="roundRect">
            <a:avLst>
              <a:gd name="adj" fmla="val 7476"/>
            </a:avLst>
          </a:prstGeom>
          <a:ln w="63500">
            <a:solidFill>
              <a:schemeClr val="accent2"/>
            </a:solidFill>
          </a:ln>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Tree>
    <p:extLst>
      <p:ext uri="{BB962C8B-B14F-4D97-AF65-F5344CB8AC3E}">
        <p14:creationId xmlns:p14="http://schemas.microsoft.com/office/powerpoint/2010/main" val="1147130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ound Same Side Corner Rectangle 7"/>
          <p:cNvSpPr/>
          <p:nvPr/>
        </p:nvSpPr>
        <p:spPr>
          <a:xfrm rot="16200000">
            <a:off x="3974664" y="-2347475"/>
            <a:ext cx="1450260" cy="8888412"/>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norm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92AEC960-1F6D-44A9-80B8-39618AA04C59}"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B70FB-18ED-4CA5-8368-F946A6F2C1F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8" name="Round Same Side Corner Rectangle 7"/>
          <p:cNvSpPr/>
          <p:nvPr/>
        </p:nvSpPr>
        <p:spPr>
          <a:xfrm>
            <a:off x="7299292" y="443753"/>
            <a:ext cx="1535425" cy="6400800"/>
          </a:xfrm>
          <a:prstGeom prst="round2SameRect">
            <a:avLst>
              <a:gd name="adj1" fmla="val 50000"/>
              <a:gd name="adj2" fmla="val 0"/>
            </a:avLst>
          </a:prstGeom>
          <a:solidFill>
            <a:srgbClr val="073779">
              <a:alpha val="30000"/>
            </a:srgbClr>
          </a:solidFill>
          <a:ln w="25400">
            <a:solidFill>
              <a:schemeClr val="accent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2" name="Vertical Title 1"/>
          <p:cNvSpPr>
            <a:spLocks noGrp="1"/>
          </p:cNvSpPr>
          <p:nvPr>
            <p:ph type="title" orient="vert"/>
          </p:nvPr>
        </p:nvSpPr>
        <p:spPr>
          <a:xfrm>
            <a:off x="7318248" y="914400"/>
            <a:ext cx="1444752"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712787" y="1183341"/>
            <a:ext cx="6104871" cy="5217458"/>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92AEC960-1F6D-44A9-80B8-39618AA04C59}"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B70FB-18ED-4CA5-8368-F946A6F2C1F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889" indent="0" algn="ctr">
              <a:buNone/>
              <a:defRPr sz="2100"/>
            </a:lvl2pPr>
            <a:lvl3pPr marL="685777" indent="0" algn="ctr">
              <a:buNone/>
              <a:defRPr sz="1800"/>
            </a:lvl3pPr>
            <a:lvl4pPr marL="1028666" indent="0" algn="ctr">
              <a:buNone/>
              <a:defRPr sz="1500"/>
            </a:lvl4pPr>
            <a:lvl5pPr marL="1371554" indent="0" algn="ctr">
              <a:buNone/>
              <a:defRPr sz="1500"/>
            </a:lvl5pPr>
            <a:lvl6pPr marL="1714443" indent="0" algn="ctr">
              <a:buNone/>
              <a:defRPr sz="1500"/>
            </a:lvl6pPr>
            <a:lvl7pPr marL="2057331" indent="0" algn="ctr">
              <a:buNone/>
              <a:defRPr sz="1500"/>
            </a:lvl7pPr>
            <a:lvl8pPr marL="2400220" indent="0" algn="ctr">
              <a:buNone/>
              <a:defRPr sz="1500"/>
            </a:lvl8pPr>
            <a:lvl9pPr marL="2743109"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224893-DBDA-4BFA-9CE1-4BFE7CD0F8CF}" type="datetime1">
              <a:rPr lang="en-US" smtClean="0"/>
              <a:t>25-Sep-25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514128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FE8FB1-0A7A-443E-AAF7-31D4FA1AA312}"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163164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712423"/>
            <a:ext cx="78867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623887" y="4552635"/>
            <a:ext cx="7886700" cy="1500187"/>
          </a:xfrm>
        </p:spPr>
        <p:txBody>
          <a:bodyPr anchor="t">
            <a:normAutofit/>
          </a:bodyPr>
          <a:lstStyle>
            <a:lvl1pPr marL="0" indent="0">
              <a:buNone/>
              <a:defRPr sz="1800">
                <a:solidFill>
                  <a:schemeClr val="tx1">
                    <a:lumMod val="75000"/>
                    <a:lumOff val="25000"/>
                  </a:schemeClr>
                </a:solidFill>
              </a:defRPr>
            </a:lvl1pPr>
            <a:lvl2pPr marL="342889" indent="0">
              <a:buNone/>
              <a:defRPr sz="1350">
                <a:solidFill>
                  <a:schemeClr val="tx1">
                    <a:tint val="75000"/>
                  </a:schemeClr>
                </a:solidFill>
              </a:defRPr>
            </a:lvl2pPr>
            <a:lvl3pPr marL="685777" indent="0">
              <a:buNone/>
              <a:defRPr sz="1200">
                <a:solidFill>
                  <a:schemeClr val="tx1">
                    <a:tint val="75000"/>
                  </a:schemeClr>
                </a:solidFill>
              </a:defRPr>
            </a:lvl3pPr>
            <a:lvl4pPr marL="1028666" indent="0">
              <a:buNone/>
              <a:defRPr sz="1050">
                <a:solidFill>
                  <a:schemeClr val="tx1">
                    <a:tint val="75000"/>
                  </a:schemeClr>
                </a:solidFill>
              </a:defRPr>
            </a:lvl4pPr>
            <a:lvl5pPr marL="1371554" indent="0">
              <a:buNone/>
              <a:defRPr sz="1050">
                <a:solidFill>
                  <a:schemeClr val="tx1">
                    <a:tint val="75000"/>
                  </a:schemeClr>
                </a:solidFill>
              </a:defRPr>
            </a:lvl5pPr>
            <a:lvl6pPr marL="1714443" indent="0">
              <a:buNone/>
              <a:defRPr sz="1050">
                <a:solidFill>
                  <a:schemeClr val="tx1">
                    <a:tint val="75000"/>
                  </a:schemeClr>
                </a:solidFill>
              </a:defRPr>
            </a:lvl6pPr>
            <a:lvl7pPr marL="2057331" indent="0">
              <a:buNone/>
              <a:defRPr sz="1050">
                <a:solidFill>
                  <a:schemeClr val="tx1">
                    <a:tint val="75000"/>
                  </a:schemeClr>
                </a:solidFill>
              </a:defRPr>
            </a:lvl7pPr>
            <a:lvl8pPr marL="2400220" indent="0">
              <a:buNone/>
              <a:defRPr sz="1050">
                <a:solidFill>
                  <a:schemeClr val="tx1">
                    <a:tint val="75000"/>
                  </a:schemeClr>
                </a:solidFill>
              </a:defRPr>
            </a:lvl8pPr>
            <a:lvl9pPr marL="2743109"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FE8FB1-0A7A-443E-AAF7-31D4FA1AA312}"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511167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33846" y="1828802"/>
            <a:ext cx="38862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8802"/>
            <a:ext cx="38862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FE8FB1-0A7A-443E-AAF7-31D4FA1AA312}"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303779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6" y="1681852"/>
            <a:ext cx="3867150" cy="825699"/>
          </a:xfrm>
        </p:spPr>
        <p:txBody>
          <a:bodyPr anchor="b">
            <a:normAutofit/>
          </a:bodyPr>
          <a:lstStyle>
            <a:lvl1pPr marL="0" indent="0">
              <a:spcBef>
                <a:spcPts val="0"/>
              </a:spcBef>
              <a:buNone/>
              <a:defRPr sz="1800" b="1"/>
            </a:lvl1pPr>
            <a:lvl2pPr marL="342889" indent="0">
              <a:buNone/>
              <a:defRPr sz="1500" b="1"/>
            </a:lvl2pPr>
            <a:lvl3pPr marL="685777" indent="0">
              <a:buNone/>
              <a:defRPr sz="1350" b="1"/>
            </a:lvl3pPr>
            <a:lvl4pPr marL="1028666" indent="0">
              <a:buNone/>
              <a:defRPr sz="1200" b="1"/>
            </a:lvl4pPr>
            <a:lvl5pPr marL="1371554" indent="0">
              <a:buNone/>
              <a:defRPr sz="1200" b="1"/>
            </a:lvl5pPr>
            <a:lvl6pPr marL="1714443" indent="0">
              <a:buNone/>
              <a:defRPr sz="1200" b="1"/>
            </a:lvl6pPr>
            <a:lvl7pPr marL="2057331" indent="0">
              <a:buNone/>
              <a:defRPr sz="1200" b="1"/>
            </a:lvl7pPr>
            <a:lvl8pPr marL="2400220" indent="0">
              <a:buNone/>
              <a:defRPr sz="1200" b="1"/>
            </a:lvl8pPr>
            <a:lvl9pPr marL="2743109" indent="0">
              <a:buNone/>
              <a:defRPr sz="1200" b="1"/>
            </a:lvl9pPr>
          </a:lstStyle>
          <a:p>
            <a:pPr lvl="0"/>
            <a:r>
              <a:rPr lang="en-US"/>
              <a:t>Click to edit Master text styles</a:t>
            </a:r>
          </a:p>
        </p:txBody>
      </p:sp>
      <p:sp>
        <p:nvSpPr>
          <p:cNvPr id="4" name="Content Placeholder 3"/>
          <p:cNvSpPr>
            <a:spLocks noGrp="1"/>
          </p:cNvSpPr>
          <p:nvPr>
            <p:ph sz="half" idx="2"/>
          </p:nvPr>
        </p:nvSpPr>
        <p:spPr>
          <a:xfrm>
            <a:off x="633846" y="2507552"/>
            <a:ext cx="3867150"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889" indent="0">
              <a:buNone/>
              <a:defRPr sz="1500" b="1"/>
            </a:lvl2pPr>
            <a:lvl3pPr marL="685777" indent="0">
              <a:buNone/>
              <a:defRPr sz="1350" b="1"/>
            </a:lvl3pPr>
            <a:lvl4pPr marL="1028666" indent="0">
              <a:buNone/>
              <a:defRPr sz="1200" b="1"/>
            </a:lvl4pPr>
            <a:lvl5pPr marL="1371554" indent="0">
              <a:buNone/>
              <a:defRPr sz="1200" b="1"/>
            </a:lvl5pPr>
            <a:lvl6pPr marL="1714443" indent="0">
              <a:buNone/>
              <a:defRPr sz="1200" b="1"/>
            </a:lvl6pPr>
            <a:lvl7pPr marL="2057331" indent="0">
              <a:buNone/>
              <a:defRPr sz="1200" b="1"/>
            </a:lvl7pPr>
            <a:lvl8pPr marL="2400220" indent="0">
              <a:buNone/>
              <a:defRPr sz="1200" b="1"/>
            </a:lvl8pPr>
            <a:lvl9pPr marL="2743109"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7552"/>
            <a:ext cx="3886201"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FE8FB1-0A7A-443E-AAF7-31D4FA1AA312}" type="datetimeFigureOut">
              <a:rPr lang="en-US" smtClean="0"/>
              <a:t>25-Sep-25</a:t>
            </a:fld>
            <a:endParaRPr lang="en-US"/>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25BA54BD-C84D-46CE-8B72-31BFB26ABA43}" type="slidenum">
              <a:rPr lang="nl-BE" smtClean="0"/>
              <a:t>‹#›</a:t>
            </a:fld>
            <a:endParaRPr lang="nl-BE"/>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6603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AFE8FB1-0A7A-443E-AAF7-31D4FA1AA312}" type="datetimeFigureOut">
              <a:rPr lang="en-US" smtClean="0"/>
              <a:t>25-Sep-25</a:t>
            </a:fld>
            <a:endParaRPr lang="en-US"/>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25BA54BD-C84D-46CE-8B72-31BFB26ABA43}" type="slidenum">
              <a:rPr lang="nl-BE" smtClean="0"/>
              <a:t>‹#›</a:t>
            </a:fld>
            <a:endParaRPr lang="nl-BE"/>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8938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FE8FB1-0A7A-443E-AAF7-31D4FA1AA312}" type="datetimeFigureOut">
              <a:rPr lang="en-US" smtClean="0"/>
              <a:t>25-Sep-25</a:t>
            </a:fld>
            <a:endParaRPr lang="en-US"/>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2740543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2"/>
            <a:ext cx="294894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889" indent="0">
              <a:buNone/>
              <a:defRPr sz="900"/>
            </a:lvl2pPr>
            <a:lvl3pPr marL="685777" indent="0">
              <a:buNone/>
              <a:defRPr sz="750"/>
            </a:lvl3pPr>
            <a:lvl4pPr marL="1028666" indent="0">
              <a:buNone/>
              <a:defRPr sz="675"/>
            </a:lvl4pPr>
            <a:lvl5pPr marL="1371554" indent="0">
              <a:buNone/>
              <a:defRPr sz="675"/>
            </a:lvl5pPr>
            <a:lvl6pPr marL="1714443" indent="0">
              <a:buNone/>
              <a:defRPr sz="675"/>
            </a:lvl6pPr>
            <a:lvl7pPr marL="2057331" indent="0">
              <a:buNone/>
              <a:defRPr sz="675"/>
            </a:lvl7pPr>
            <a:lvl8pPr marL="2400220" indent="0">
              <a:buNone/>
              <a:defRPr sz="675"/>
            </a:lvl8pPr>
            <a:lvl9pPr marL="2743109"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549306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889" indent="0">
              <a:buNone/>
              <a:defRPr sz="2100"/>
            </a:lvl2pPr>
            <a:lvl3pPr marL="685777" indent="0">
              <a:buNone/>
              <a:defRPr sz="1800"/>
            </a:lvl3pPr>
            <a:lvl4pPr marL="1028666" indent="0">
              <a:buNone/>
              <a:defRPr sz="1500"/>
            </a:lvl4pPr>
            <a:lvl5pPr marL="1371554" indent="0">
              <a:buNone/>
              <a:defRPr sz="1500"/>
            </a:lvl5pPr>
            <a:lvl6pPr marL="1714443" indent="0">
              <a:buNone/>
              <a:defRPr sz="1500"/>
            </a:lvl6pPr>
            <a:lvl7pPr marL="2057331" indent="0">
              <a:buNone/>
              <a:defRPr sz="1500"/>
            </a:lvl7pPr>
            <a:lvl8pPr marL="2400220" indent="0">
              <a:buNone/>
              <a:defRPr sz="1500"/>
            </a:lvl8pPr>
            <a:lvl9pPr marL="2743109"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889" indent="0">
              <a:buNone/>
              <a:defRPr sz="900"/>
            </a:lvl2pPr>
            <a:lvl3pPr marL="685777" indent="0">
              <a:buNone/>
              <a:defRPr sz="750"/>
            </a:lvl3pPr>
            <a:lvl4pPr marL="1028666" indent="0">
              <a:buNone/>
              <a:defRPr sz="675"/>
            </a:lvl4pPr>
            <a:lvl5pPr marL="1371554" indent="0">
              <a:buNone/>
              <a:defRPr sz="675"/>
            </a:lvl5pPr>
            <a:lvl6pPr marL="1714443" indent="0">
              <a:buNone/>
              <a:defRPr sz="675"/>
            </a:lvl6pPr>
            <a:lvl7pPr marL="2057331" indent="0">
              <a:buNone/>
              <a:defRPr sz="675"/>
            </a:lvl7pPr>
            <a:lvl8pPr marL="2400220" indent="0">
              <a:buNone/>
              <a:defRPr sz="675"/>
            </a:lvl8pPr>
            <a:lvl9pPr marL="2743109"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smtClean="0"/>
              <a:t>25-Sep-25</a:t>
            </a:fld>
            <a:endParaRPr lang="en-US"/>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4016020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FE8FB1-0A7A-443E-AAF7-31D4FA1AA312}"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2579945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0364"/>
            <a:ext cx="5800725" cy="5811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FE8FB1-0A7A-443E-AAF7-31D4FA1AA312}" type="datetimeFigureOut">
              <a:rPr lang="en-US" smtClean="0"/>
              <a:t>25-Sep-25</a:t>
            </a:fld>
            <a:endParaRPr lang="en-US"/>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25BA54BD-C84D-46CE-8B72-31BFB26ABA43}" type="slidenum">
              <a:rPr lang="nl-BE" smtClean="0"/>
              <a:t>‹#›</a:t>
            </a:fld>
            <a:endParaRPr lang="nl-BE"/>
          </a:p>
        </p:txBody>
      </p:sp>
    </p:spTree>
    <p:extLst>
      <p:ext uri="{BB962C8B-B14F-4D97-AF65-F5344CB8AC3E}">
        <p14:creationId xmlns:p14="http://schemas.microsoft.com/office/powerpoint/2010/main" val="3911224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7" name="Picture 6" descr="TextSlideOverlay.png"/>
          <p:cNvPicPr>
            <a:picLocks noChangeAspect="1"/>
          </p:cNvPicPr>
          <p:nvPr/>
        </p:nvPicPr>
        <p:blipFill rotWithShape="1">
          <a:blip r:embed="rId17"/>
          <a:srcRect t="17030"/>
          <a:stretch/>
        </p:blipFill>
        <p:spPr>
          <a:xfrm>
            <a:off x="0" y="0"/>
            <a:ext cx="9144000" cy="6857999"/>
          </a:xfrm>
          <a:prstGeom prst="rect">
            <a:avLst/>
          </a:prstGeom>
        </p:spPr>
      </p:pic>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14556" t="16668"/>
          <a:stretch/>
        </p:blipFill>
        <p:spPr>
          <a:xfrm>
            <a:off x="0" y="0"/>
            <a:ext cx="2152254" cy="1142914"/>
          </a:xfrm>
          <a:prstGeom prst="rect">
            <a:avLst/>
          </a:prstGeom>
        </p:spPr>
      </p:pic>
      <p:sp>
        <p:nvSpPr>
          <p:cNvPr id="31" name="Rectangle 30"/>
          <p:cNvSpPr/>
          <p:nvPr/>
        </p:nvSpPr>
        <p:spPr>
          <a:xfrm>
            <a:off x="0" y="0"/>
            <a:ext cx="9144000" cy="68580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Text Placeholder 2"/>
          <p:cNvSpPr>
            <a:spLocks noGrp="1"/>
          </p:cNvSpPr>
          <p:nvPr>
            <p:ph type="body" idx="1"/>
          </p:nvPr>
        </p:nvSpPr>
        <p:spPr>
          <a:xfrm>
            <a:off x="712788" y="3012142"/>
            <a:ext cx="7716838" cy="3388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2" name="Title Placeholder 1"/>
          <p:cNvSpPr>
            <a:spLocks noGrp="1"/>
          </p:cNvSpPr>
          <p:nvPr>
            <p:ph type="title"/>
          </p:nvPr>
        </p:nvSpPr>
        <p:spPr>
          <a:xfrm>
            <a:off x="712788" y="1371600"/>
            <a:ext cx="7716837" cy="1447800"/>
          </a:xfrm>
          <a:prstGeom prst="rect">
            <a:avLst/>
          </a:prstGeom>
        </p:spPr>
        <p:txBody>
          <a:bodyPr vert="horz" lIns="91440" tIns="45720" rIns="91440" bIns="45720" rtlCol="0" anchor="ctr">
            <a:noAutofit/>
          </a:bodyPr>
          <a:lstStyle/>
          <a:p>
            <a:r>
              <a:rPr lang="en-US"/>
              <a:t>Click to edit Master title style</a:t>
            </a:r>
            <a:endParaRPr dirty="0"/>
          </a:p>
        </p:txBody>
      </p:sp>
      <p:sp>
        <p:nvSpPr>
          <p:cNvPr id="6" name="Slide Number Placeholder 5"/>
          <p:cNvSpPr>
            <a:spLocks noGrp="1"/>
          </p:cNvSpPr>
          <p:nvPr>
            <p:ph type="sldNum" sz="quarter" idx="4"/>
          </p:nvPr>
        </p:nvSpPr>
        <p:spPr>
          <a:xfrm>
            <a:off x="148516" y="658031"/>
            <a:ext cx="1509086" cy="232710"/>
          </a:xfrm>
          <a:prstGeom prst="rect">
            <a:avLst/>
          </a:prstGeom>
        </p:spPr>
        <p:txBody>
          <a:bodyPr vert="horz" lIns="91440" tIns="45720" rIns="91440" bIns="45720" rtlCol="0" anchor="ctr"/>
          <a:lstStyle>
            <a:lvl1pPr algn="ctr">
              <a:defRPr sz="1200">
                <a:solidFill>
                  <a:schemeClr val="bg1"/>
                </a:solidFill>
              </a:defRPr>
            </a:lvl1pPr>
          </a:lstStyle>
          <a:p>
            <a:fld id="{F02B70FB-18ED-4CA5-8368-F946A6F2C1F7}" type="slidenum">
              <a:rPr lang="en-US" smtClean="0"/>
              <a:pPr/>
              <a:t>‹#›</a:t>
            </a:fld>
            <a:endParaRPr lang="en-US"/>
          </a:p>
        </p:txBody>
      </p:sp>
      <p:sp>
        <p:nvSpPr>
          <p:cNvPr id="5" name="Footer Placeholder 4"/>
          <p:cNvSpPr>
            <a:spLocks noGrp="1"/>
          </p:cNvSpPr>
          <p:nvPr>
            <p:ph type="ftr" sz="quarter" idx="3"/>
          </p:nvPr>
        </p:nvSpPr>
        <p:spPr>
          <a:xfrm>
            <a:off x="0" y="0"/>
            <a:ext cx="2058294" cy="429187"/>
          </a:xfrm>
          <a:prstGeom prst="rect">
            <a:avLst/>
          </a:prstGeom>
        </p:spPr>
        <p:txBody>
          <a:bodyPr vert="horz" lIns="91440" tIns="45720" rIns="91440" bIns="45720" rtlCol="0" anchor="b" anchorCtr="0"/>
          <a:lstStyle>
            <a:lvl1pPr algn="l">
              <a:lnSpc>
                <a:spcPts val="1200"/>
              </a:lnSpc>
              <a:defRPr sz="1000" baseline="0">
                <a:solidFill>
                  <a:schemeClr val="bg1"/>
                </a:solidFill>
              </a:defRPr>
            </a:lvl1pPr>
          </a:lstStyle>
          <a:p>
            <a:endParaRPr lang="en-US" dirty="0"/>
          </a:p>
        </p:txBody>
      </p:sp>
      <p:sp>
        <p:nvSpPr>
          <p:cNvPr id="4" name="Date Placeholder 3"/>
          <p:cNvSpPr>
            <a:spLocks noGrp="1"/>
          </p:cNvSpPr>
          <p:nvPr>
            <p:ph type="dt" sz="half" idx="2"/>
          </p:nvPr>
        </p:nvSpPr>
        <p:spPr>
          <a:xfrm>
            <a:off x="0" y="450130"/>
            <a:ext cx="1806118" cy="180486"/>
          </a:xfrm>
          <a:prstGeom prst="rect">
            <a:avLst/>
          </a:prstGeom>
        </p:spPr>
        <p:txBody>
          <a:bodyPr vert="horz" lIns="91440" tIns="45720" rIns="91440" bIns="45720" rtlCol="0" anchor="ctr"/>
          <a:lstStyle>
            <a:lvl1pPr algn="ctr">
              <a:lnSpc>
                <a:spcPts val="1200"/>
              </a:lnSpc>
              <a:defRPr sz="1000" baseline="0">
                <a:solidFill>
                  <a:schemeClr val="bg1"/>
                </a:solidFill>
              </a:defRPr>
            </a:lvl1pPr>
          </a:lstStyle>
          <a:p>
            <a:fld id="{92AEC960-1F6D-44A9-80B8-39618AA04C59}" type="datetimeFigureOut">
              <a:rPr lang="en-US" smtClean="0"/>
              <a:pPr/>
              <a:t>25-Sep-25</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82" r:id="rId3"/>
    <p:sldLayoutId id="2147483685" r:id="rId4"/>
    <p:sldLayoutId id="2147483664" r:id="rId5"/>
    <p:sldLayoutId id="2147483665" r:id="rId6"/>
    <p:sldLayoutId id="2147483666" r:id="rId7"/>
    <p:sldLayoutId id="2147483667" r:id="rId8"/>
    <p:sldLayoutId id="2147483668" r:id="rId9"/>
    <p:sldLayoutId id="2147483669" r:id="rId10"/>
    <p:sldLayoutId id="2147483670" r:id="rId11"/>
    <p:sldLayoutId id="2147483683" r:id="rId12"/>
    <p:sldLayoutId id="2147483684" r:id="rId13"/>
    <p:sldLayoutId id="2147483673" r:id="rId14"/>
    <p:sldLayoutId id="2147483674" r:id="rId15"/>
  </p:sldLayoutIdLst>
  <p:txStyles>
    <p:titleStyle>
      <a:lvl1pPr algn="l" defTabSz="914400" rtl="0" eaLnBrk="1" latinLnBrk="0" hangingPunct="1">
        <a:lnSpc>
          <a:spcPct val="100000"/>
        </a:lnSpc>
        <a:spcBef>
          <a:spcPct val="0"/>
        </a:spcBef>
        <a:buNone/>
        <a:defRPr sz="4600" kern="1200">
          <a:solidFill>
            <a:schemeClr val="bg1"/>
          </a:solidFill>
          <a:latin typeface="+mj-lt"/>
          <a:ea typeface="+mj-ea"/>
          <a:cs typeface="+mj-cs"/>
        </a:defRPr>
      </a:lvl1pPr>
    </p:titleStyle>
    <p:bodyStyle>
      <a:lvl1pPr marL="342900" indent="-342900" algn="l" defTabSz="914400" rtl="0" eaLnBrk="1" latinLnBrk="0" hangingPunct="1">
        <a:spcBef>
          <a:spcPts val="0"/>
        </a:spcBef>
        <a:spcAft>
          <a:spcPts val="2000"/>
        </a:spcAft>
        <a:buFontTx/>
        <a:buBlip>
          <a:blip r:embed="rId19"/>
        </a:buBlip>
        <a:defRPr sz="2400" kern="1200">
          <a:solidFill>
            <a:schemeClr val="bg1"/>
          </a:solidFill>
          <a:effectLst>
            <a:outerShdw blurRad="38100" dist="38100" dir="2700000" algn="tl">
              <a:srgbClr val="000000">
                <a:alpha val="43137"/>
              </a:srgbClr>
            </a:outerShdw>
          </a:effectLst>
          <a:latin typeface="+mn-lt"/>
          <a:ea typeface="+mn-ea"/>
          <a:cs typeface="+mn-cs"/>
        </a:defRPr>
      </a:lvl1pPr>
      <a:lvl2pPr marL="631825" indent="-282575" algn="l" defTabSz="914400" rtl="0" eaLnBrk="1" latinLnBrk="0" hangingPunct="1">
        <a:spcBef>
          <a:spcPts val="0"/>
        </a:spcBef>
        <a:spcAft>
          <a:spcPts val="1000"/>
        </a:spcAft>
        <a:buFontTx/>
        <a:buBlip>
          <a:blip r:embed="rId19"/>
        </a:buBlip>
        <a:defRPr sz="2200" kern="1200">
          <a:solidFill>
            <a:schemeClr val="bg1"/>
          </a:solidFill>
          <a:effectLst>
            <a:outerShdw blurRad="38100" dist="38100" dir="2700000" algn="tl">
              <a:srgbClr val="000000">
                <a:alpha val="43137"/>
              </a:srgbClr>
            </a:outerShdw>
          </a:effectLst>
          <a:latin typeface="+mn-lt"/>
          <a:ea typeface="+mn-ea"/>
          <a:cs typeface="+mn-cs"/>
        </a:defRPr>
      </a:lvl2pPr>
      <a:lvl3pPr marL="914400" indent="-282575" algn="l" defTabSz="914400" rtl="0" eaLnBrk="1" latinLnBrk="0" hangingPunct="1">
        <a:spcBef>
          <a:spcPts val="0"/>
        </a:spcBef>
        <a:spcAft>
          <a:spcPts val="1000"/>
        </a:spcAft>
        <a:buFontTx/>
        <a:buBlip>
          <a:blip r:embed="rId19"/>
        </a:buBlip>
        <a:defRPr sz="2000" kern="1200">
          <a:solidFill>
            <a:schemeClr val="bg1"/>
          </a:solidFill>
          <a:effectLst>
            <a:outerShdw blurRad="38100" dist="38100" dir="2700000" algn="tl">
              <a:srgbClr val="000000">
                <a:alpha val="43137"/>
              </a:srgbClr>
            </a:outerShdw>
          </a:effectLst>
          <a:latin typeface="+mn-lt"/>
          <a:ea typeface="+mn-ea"/>
          <a:cs typeface="+mn-cs"/>
        </a:defRPr>
      </a:lvl3pPr>
      <a:lvl4pPr marL="1196975" indent="-282575" algn="l" defTabSz="914400" rtl="0" eaLnBrk="1" latinLnBrk="0" hangingPunct="1">
        <a:spcBef>
          <a:spcPts val="0"/>
        </a:spcBef>
        <a:spcAft>
          <a:spcPts val="1000"/>
        </a:spcAft>
        <a:buFontTx/>
        <a:buBlip>
          <a:blip r:embed="rId19"/>
        </a:buBlip>
        <a:defRPr sz="1800" kern="1200">
          <a:solidFill>
            <a:schemeClr val="bg1"/>
          </a:solidFill>
          <a:effectLst>
            <a:outerShdw blurRad="38100" dist="38100" dir="2700000" algn="tl">
              <a:srgbClr val="000000">
                <a:alpha val="43137"/>
              </a:srgbClr>
            </a:outerShdw>
          </a:effectLst>
          <a:latin typeface="+mn-lt"/>
          <a:ea typeface="+mn-ea"/>
          <a:cs typeface="+mn-cs"/>
        </a:defRPr>
      </a:lvl4pPr>
      <a:lvl5pPr marL="1492250" indent="-295275" algn="l" defTabSz="914400" rtl="0" eaLnBrk="1" latinLnBrk="0" hangingPunct="1">
        <a:spcBef>
          <a:spcPts val="0"/>
        </a:spcBef>
        <a:spcAft>
          <a:spcPts val="1000"/>
        </a:spcAft>
        <a:buFontTx/>
        <a:buBlip>
          <a:blip r:embed="rId19"/>
        </a:buBlip>
        <a:defRPr sz="1800" kern="1200">
          <a:solidFill>
            <a:schemeClr val="bg1"/>
          </a:solidFill>
          <a:effectLst>
            <a:outerShdw blurRad="38100" dist="38100" dir="2700000" algn="tl">
              <a:srgbClr val="000000">
                <a:alpha val="43137"/>
              </a:srgbClr>
            </a:outerShdw>
          </a:effectLst>
          <a:latin typeface="+mn-lt"/>
          <a:ea typeface="+mn-ea"/>
          <a:cs typeface="+mn-cs"/>
        </a:defRPr>
      </a:lvl5pPr>
      <a:lvl6pPr marL="1774825" indent="-288925" algn="l" defTabSz="914400" rtl="0" eaLnBrk="1" latinLnBrk="0" hangingPunct="1">
        <a:spcBef>
          <a:spcPts val="0"/>
        </a:spcBef>
        <a:spcAft>
          <a:spcPts val="600"/>
        </a:spcAft>
        <a:buFontTx/>
        <a:buBlip>
          <a:blip r:embed="rId19"/>
        </a:buBlip>
        <a:defRPr lang="en-US" sz="1800" kern="1200" dirty="0" smtClean="0">
          <a:solidFill>
            <a:schemeClr val="bg1"/>
          </a:solidFill>
          <a:effectLst>
            <a:outerShdw blurRad="38100" dist="38100" dir="2700000" algn="tl">
              <a:srgbClr val="000000">
                <a:alpha val="43137"/>
              </a:srgbClr>
            </a:outerShdw>
          </a:effectLst>
          <a:latin typeface="+mn-lt"/>
          <a:ea typeface="+mn-ea"/>
          <a:cs typeface="+mn-cs"/>
        </a:defRPr>
      </a:lvl6pPr>
      <a:lvl7pPr marL="2055813" indent="-288925" algn="l" defTabSz="914400" rtl="0" eaLnBrk="1" latinLnBrk="0" hangingPunct="1">
        <a:spcBef>
          <a:spcPts val="0"/>
        </a:spcBef>
        <a:spcAft>
          <a:spcPts val="600"/>
        </a:spcAft>
        <a:buFontTx/>
        <a:buBlip>
          <a:blip r:embed="rId19"/>
        </a:buBlip>
        <a:defRPr lang="en-US" sz="1800" kern="1200" dirty="0" smtClean="0">
          <a:solidFill>
            <a:schemeClr val="bg1"/>
          </a:solidFill>
          <a:effectLst>
            <a:outerShdw blurRad="38100" dist="38100" dir="2700000" algn="tl">
              <a:srgbClr val="000000">
                <a:alpha val="43137"/>
              </a:srgbClr>
            </a:outerShdw>
          </a:effectLst>
          <a:latin typeface="+mn-lt"/>
          <a:ea typeface="+mn-ea"/>
          <a:cs typeface="+mn-cs"/>
        </a:defRPr>
      </a:lvl7pPr>
      <a:lvl8pPr marL="2344738" indent="-288925" algn="l" defTabSz="914400" rtl="0" eaLnBrk="1" latinLnBrk="0" hangingPunct="1">
        <a:spcBef>
          <a:spcPts val="0"/>
        </a:spcBef>
        <a:spcAft>
          <a:spcPts val="600"/>
        </a:spcAft>
        <a:buFontTx/>
        <a:buBlip>
          <a:blip r:embed="rId19"/>
        </a:buBlip>
        <a:defRPr lang="en-US" sz="1800" kern="1200" dirty="0" smtClean="0">
          <a:solidFill>
            <a:schemeClr val="bg1"/>
          </a:solidFill>
          <a:effectLst>
            <a:outerShdw blurRad="38100" dist="38100" dir="2700000" algn="tl">
              <a:srgbClr val="000000">
                <a:alpha val="43137"/>
              </a:srgbClr>
            </a:outerShdw>
          </a:effectLst>
          <a:latin typeface="+mn-lt"/>
          <a:ea typeface="+mn-ea"/>
          <a:cs typeface="+mn-cs"/>
        </a:defRPr>
      </a:lvl8pPr>
      <a:lvl9pPr marL="2625725" indent="-288925" algn="l" defTabSz="914400" rtl="0" eaLnBrk="1" latinLnBrk="0" hangingPunct="1">
        <a:spcBef>
          <a:spcPts val="0"/>
        </a:spcBef>
        <a:spcAft>
          <a:spcPts val="600"/>
        </a:spcAft>
        <a:buFontTx/>
        <a:buBlip>
          <a:blip r:embed="rId19"/>
        </a:buBlip>
        <a:defRPr lang="en-US" sz="1800" kern="1200" dirty="0">
          <a:solidFill>
            <a:schemeClr val="bg1"/>
          </a:solidFill>
          <a:effectLst>
            <a:outerShdw blurRad="38100" dist="38100" dir="2700000" algn="tl">
              <a:srgbClr val="000000">
                <a:alpha val="43137"/>
              </a:srgb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365760"/>
            <a:ext cx="78867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33845" y="1828802"/>
            <a:ext cx="78867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9AFE8FB1-0A7A-443E-AAF7-31D4FA1AA312}" type="datetimeFigureOut">
              <a:rPr lang="en-US" smtClean="0"/>
              <a:pPr/>
              <a:t>25-Sep-25</a:t>
            </a:fld>
            <a:endParaRPr lang="en-US"/>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nl-BE"/>
          </a:p>
        </p:txBody>
      </p:sp>
      <p:sp>
        <p:nvSpPr>
          <p:cNvPr id="6" name="Slide Number Placeholder 5"/>
          <p:cNvSpPr>
            <a:spLocks noGrp="1"/>
          </p:cNvSpPr>
          <p:nvPr>
            <p:ph type="sldNum" sz="quarter" idx="4"/>
          </p:nvPr>
        </p:nvSpPr>
        <p:spPr>
          <a:xfrm>
            <a:off x="6463146" y="6356352"/>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25BA54BD-C84D-46CE-8B72-31BFB26ABA43}" type="slidenum">
              <a:rPr lang="nl-BE" smtClean="0"/>
              <a:pPr/>
              <a:t>‹#›</a:t>
            </a:fld>
            <a:endParaRPr lang="nl-BE"/>
          </a:p>
        </p:txBody>
      </p:sp>
    </p:spTree>
    <p:extLst>
      <p:ext uri="{BB962C8B-B14F-4D97-AF65-F5344CB8AC3E}">
        <p14:creationId xmlns:p14="http://schemas.microsoft.com/office/powerpoint/2010/main" val="277567443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777"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4" indent="-171444" algn="l" defTabSz="685777"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33" indent="-171444" algn="l" defTabSz="685777"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21" indent="-171444" algn="l" defTabSz="685777"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10" indent="-171444" algn="l" defTabSz="685777"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2999" indent="-171444" algn="l" defTabSz="685777"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887" indent="-171444" algn="l" defTabSz="685777"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775" indent="-171444" algn="l" defTabSz="685777"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664" indent="-171444" algn="l" defTabSz="685777"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553" indent="-171444" algn="l" defTabSz="685777"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777" rtl="0" eaLnBrk="1" latinLnBrk="0" hangingPunct="1">
        <a:defRPr sz="1350" kern="1200">
          <a:solidFill>
            <a:schemeClr val="tx1"/>
          </a:solidFill>
          <a:latin typeface="+mn-lt"/>
          <a:ea typeface="+mn-ea"/>
          <a:cs typeface="+mn-cs"/>
        </a:defRPr>
      </a:lvl1pPr>
      <a:lvl2pPr marL="342889" algn="l" defTabSz="685777" rtl="0" eaLnBrk="1" latinLnBrk="0" hangingPunct="1">
        <a:defRPr sz="1350" kern="1200">
          <a:solidFill>
            <a:schemeClr val="tx1"/>
          </a:solidFill>
          <a:latin typeface="+mn-lt"/>
          <a:ea typeface="+mn-ea"/>
          <a:cs typeface="+mn-cs"/>
        </a:defRPr>
      </a:lvl2pPr>
      <a:lvl3pPr marL="685777" algn="l" defTabSz="685777" rtl="0" eaLnBrk="1" latinLnBrk="0" hangingPunct="1">
        <a:defRPr sz="1350" kern="1200">
          <a:solidFill>
            <a:schemeClr val="tx1"/>
          </a:solidFill>
          <a:latin typeface="+mn-lt"/>
          <a:ea typeface="+mn-ea"/>
          <a:cs typeface="+mn-cs"/>
        </a:defRPr>
      </a:lvl3pPr>
      <a:lvl4pPr marL="1028666" algn="l" defTabSz="685777" rtl="0" eaLnBrk="1" latinLnBrk="0" hangingPunct="1">
        <a:defRPr sz="1350" kern="1200">
          <a:solidFill>
            <a:schemeClr val="tx1"/>
          </a:solidFill>
          <a:latin typeface="+mn-lt"/>
          <a:ea typeface="+mn-ea"/>
          <a:cs typeface="+mn-cs"/>
        </a:defRPr>
      </a:lvl4pPr>
      <a:lvl5pPr marL="1371554" algn="l" defTabSz="685777" rtl="0" eaLnBrk="1" latinLnBrk="0" hangingPunct="1">
        <a:defRPr sz="1350" kern="1200">
          <a:solidFill>
            <a:schemeClr val="tx1"/>
          </a:solidFill>
          <a:latin typeface="+mn-lt"/>
          <a:ea typeface="+mn-ea"/>
          <a:cs typeface="+mn-cs"/>
        </a:defRPr>
      </a:lvl5pPr>
      <a:lvl6pPr marL="1714443" algn="l" defTabSz="685777" rtl="0" eaLnBrk="1" latinLnBrk="0" hangingPunct="1">
        <a:defRPr sz="1350" kern="1200">
          <a:solidFill>
            <a:schemeClr val="tx1"/>
          </a:solidFill>
          <a:latin typeface="+mn-lt"/>
          <a:ea typeface="+mn-ea"/>
          <a:cs typeface="+mn-cs"/>
        </a:defRPr>
      </a:lvl6pPr>
      <a:lvl7pPr marL="2057331" algn="l" defTabSz="685777" rtl="0" eaLnBrk="1" latinLnBrk="0" hangingPunct="1">
        <a:defRPr sz="1350" kern="1200">
          <a:solidFill>
            <a:schemeClr val="tx1"/>
          </a:solidFill>
          <a:latin typeface="+mn-lt"/>
          <a:ea typeface="+mn-ea"/>
          <a:cs typeface="+mn-cs"/>
        </a:defRPr>
      </a:lvl7pPr>
      <a:lvl8pPr marL="2400220" algn="l" defTabSz="685777" rtl="0" eaLnBrk="1" latinLnBrk="0" hangingPunct="1">
        <a:defRPr sz="1350" kern="1200">
          <a:solidFill>
            <a:schemeClr val="tx1"/>
          </a:solidFill>
          <a:latin typeface="+mn-lt"/>
          <a:ea typeface="+mn-ea"/>
          <a:cs typeface="+mn-cs"/>
        </a:defRPr>
      </a:lvl8pPr>
      <a:lvl9pPr marL="2743109" algn="l" defTabSz="685777"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042312">
            <a:off x="649224" y="3171567"/>
            <a:ext cx="8266176" cy="1612607"/>
          </a:xfrm>
        </p:spPr>
        <p:txBody>
          <a:bodyPr/>
          <a:lstStyle/>
          <a:p>
            <a:pPr algn="ctr"/>
            <a:r>
              <a:rPr lang="en-US" b="1" dirty="0">
                <a:solidFill>
                  <a:srgbClr val="FFC000"/>
                </a:solidFill>
              </a:rPr>
              <a:t>Artificial Intelligence</a:t>
            </a:r>
            <a:r>
              <a:rPr lang="en-US" b="1" dirty="0"/>
              <a:t>  </a:t>
            </a:r>
            <a:r>
              <a:rPr lang="en-US" dirty="0"/>
              <a:t/>
            </a:r>
            <a:br>
              <a:rPr lang="en-US" dirty="0"/>
            </a:b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7564649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6" y="0"/>
            <a:ext cx="9130553" cy="6858000"/>
          </a:xfrm>
          <a:prstGeom prst="rect">
            <a:avLst/>
          </a:prstGeom>
        </p:spPr>
      </p:pic>
    </p:spTree>
    <p:extLst>
      <p:ext uri="{BB962C8B-B14F-4D97-AF65-F5344CB8AC3E}">
        <p14:creationId xmlns:p14="http://schemas.microsoft.com/office/powerpoint/2010/main" val="13764216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00" y="609600"/>
            <a:ext cx="7716837" cy="1447800"/>
          </a:xfrm>
        </p:spPr>
        <p:txBody>
          <a:bodyPr/>
          <a:lstStyle/>
          <a:p>
            <a:r>
              <a:rPr lang="en-US" sz="7200" dirty="0" smtClean="0"/>
              <a:t>AI</a:t>
            </a:r>
            <a:endParaRPr lang="en-US" sz="7200"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1771" y="2095500"/>
            <a:ext cx="6668565" cy="3924300"/>
          </a:xfrm>
          <a:prstGeom prst="rect">
            <a:avLst/>
          </a:prstGeom>
        </p:spPr>
      </p:pic>
      <p:pic>
        <p:nvPicPr>
          <p:cNvPr id="5" name="Picture 4"/>
          <p:cNvPicPr>
            <a:picLocks noChangeAspect="1"/>
          </p:cNvPicPr>
          <p:nvPr/>
        </p:nvPicPr>
        <p:blipFill>
          <a:blip r:embed="rId3"/>
          <a:stretch>
            <a:fillRect/>
          </a:stretch>
        </p:blipFill>
        <p:spPr>
          <a:xfrm>
            <a:off x="6524124" y="3048000"/>
            <a:ext cx="2619876" cy="2971800"/>
          </a:xfrm>
          <a:prstGeom prst="rect">
            <a:avLst/>
          </a:prstGeom>
        </p:spPr>
      </p:pic>
    </p:spTree>
    <p:extLst>
      <p:ext uri="{BB962C8B-B14F-4D97-AF65-F5344CB8AC3E}">
        <p14:creationId xmlns:p14="http://schemas.microsoft.com/office/powerpoint/2010/main" val="24780041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0480" y="363070"/>
            <a:ext cx="9113520" cy="6266330"/>
          </a:xfrm>
          <a:prstGeom prst="rect">
            <a:avLst/>
          </a:prstGeom>
        </p:spPr>
      </p:pic>
    </p:spTree>
    <p:extLst>
      <p:ext uri="{BB962C8B-B14F-4D97-AF65-F5344CB8AC3E}">
        <p14:creationId xmlns:p14="http://schemas.microsoft.com/office/powerpoint/2010/main" val="9542559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What is Artificial Intelligence</a:t>
            </a:r>
          </a:p>
        </p:txBody>
      </p:sp>
      <p:sp>
        <p:nvSpPr>
          <p:cNvPr id="8" name="Content Placeholder 7"/>
          <p:cNvSpPr>
            <a:spLocks noGrp="1"/>
          </p:cNvSpPr>
          <p:nvPr>
            <p:ph idx="1"/>
          </p:nvPr>
        </p:nvSpPr>
        <p:spPr>
          <a:xfrm>
            <a:off x="712788" y="3012142"/>
            <a:ext cx="7716838" cy="3998258"/>
          </a:xfrm>
        </p:spPr>
        <p:txBody>
          <a:bodyPr>
            <a:normAutofit/>
          </a:bodyPr>
          <a:lstStyle/>
          <a:p>
            <a:pPr algn="justLow">
              <a:buFont typeface="Wingdings" panose="05000000000000000000" pitchFamily="2" charset="2"/>
              <a:buChar char="q"/>
            </a:pPr>
            <a:r>
              <a:rPr lang="en-US" dirty="0">
                <a:effectLst/>
              </a:rPr>
              <a:t>The branch of </a:t>
            </a:r>
            <a:r>
              <a:rPr lang="en-US" dirty="0">
                <a:solidFill>
                  <a:srgbClr val="002060"/>
                </a:solidFill>
                <a:effectLst/>
              </a:rPr>
              <a:t>computer science</a:t>
            </a:r>
            <a:r>
              <a:rPr lang="en-US" dirty="0">
                <a:effectLst/>
              </a:rPr>
              <a:t> that is concerned with the </a:t>
            </a:r>
            <a:r>
              <a:rPr lang="en-US" dirty="0">
                <a:solidFill>
                  <a:srgbClr val="FFFF00"/>
                </a:solidFill>
                <a:effectLst/>
              </a:rPr>
              <a:t>automation</a:t>
            </a:r>
            <a:r>
              <a:rPr lang="en-US" dirty="0">
                <a:effectLst/>
              </a:rPr>
              <a:t> of </a:t>
            </a:r>
            <a:r>
              <a:rPr lang="en-US" dirty="0">
                <a:solidFill>
                  <a:srgbClr val="C00000"/>
                </a:solidFill>
                <a:effectLst/>
              </a:rPr>
              <a:t>intelligent</a:t>
            </a:r>
            <a:r>
              <a:rPr lang="en-US" dirty="0">
                <a:effectLst/>
              </a:rPr>
              <a:t> </a:t>
            </a:r>
            <a:r>
              <a:rPr lang="en-US" dirty="0">
                <a:solidFill>
                  <a:srgbClr val="002060"/>
                </a:solidFill>
                <a:effectLst/>
              </a:rPr>
              <a:t>behavior</a:t>
            </a:r>
            <a:r>
              <a:rPr lang="en-US" dirty="0">
                <a:effectLst/>
              </a:rPr>
              <a:t> </a:t>
            </a:r>
          </a:p>
          <a:p>
            <a:pPr lvl="1">
              <a:buFont typeface="Wingdings" panose="05000000000000000000" pitchFamily="2" charset="2"/>
              <a:buChar char="q"/>
            </a:pPr>
            <a:r>
              <a:rPr lang="en-US" dirty="0">
                <a:solidFill>
                  <a:srgbClr val="FFFF00"/>
                </a:solidFill>
                <a:effectLst/>
              </a:rPr>
              <a:t>Automation: </a:t>
            </a:r>
            <a:r>
              <a:rPr lang="en-US" dirty="0">
                <a:effectLst/>
              </a:rPr>
              <a:t>Repetitive behavior</a:t>
            </a:r>
            <a:br>
              <a:rPr lang="en-US" dirty="0">
                <a:effectLst/>
              </a:rPr>
            </a:br>
            <a:r>
              <a:rPr lang="en-US" dirty="0">
                <a:effectLst/>
              </a:rPr>
              <a:t> </a:t>
            </a:r>
          </a:p>
          <a:p>
            <a:pPr lvl="1">
              <a:buFont typeface="Wingdings" panose="05000000000000000000" pitchFamily="2" charset="2"/>
              <a:buChar char="q"/>
            </a:pPr>
            <a:r>
              <a:rPr lang="en-US" dirty="0">
                <a:solidFill>
                  <a:srgbClr val="FFFF00"/>
                </a:solidFill>
                <a:effectLst/>
              </a:rPr>
              <a:t>Intelligence: </a:t>
            </a:r>
            <a:r>
              <a:rPr lang="en-US" dirty="0">
                <a:solidFill>
                  <a:srgbClr val="002060"/>
                </a:solidFill>
                <a:effectLst/>
              </a:rPr>
              <a:t>Innovative/creative behavior</a:t>
            </a:r>
            <a:br>
              <a:rPr lang="en-US" dirty="0">
                <a:solidFill>
                  <a:srgbClr val="002060"/>
                </a:solidFill>
                <a:effectLst/>
              </a:rPr>
            </a:br>
            <a:endParaRPr lang="en-US" dirty="0">
              <a:solidFill>
                <a:srgbClr val="002060"/>
              </a:solidFill>
              <a:effectLst/>
            </a:endParaRPr>
          </a:p>
          <a:p>
            <a:pPr lvl="1">
              <a:buFont typeface="Wingdings" panose="05000000000000000000" pitchFamily="2" charset="2"/>
              <a:buChar char="q"/>
            </a:pPr>
            <a:r>
              <a:rPr lang="en-US" dirty="0">
                <a:solidFill>
                  <a:srgbClr val="FFFF00"/>
                </a:solidFill>
                <a:effectLst/>
              </a:rPr>
              <a:t>Behavior: </a:t>
            </a:r>
            <a:r>
              <a:rPr lang="en-US" dirty="0">
                <a:effectLst/>
              </a:rPr>
              <a:t>Manner of acting or controlling</a:t>
            </a:r>
            <a:r>
              <a:rPr lang="en-US" i="1" dirty="0">
                <a:effectLst/>
              </a:rPr>
              <a:t> </a:t>
            </a:r>
          </a:p>
        </p:txBody>
      </p:sp>
    </p:spTree>
    <p:extLst>
      <p:ext uri="{BB962C8B-B14F-4D97-AF65-F5344CB8AC3E}">
        <p14:creationId xmlns:p14="http://schemas.microsoft.com/office/powerpoint/2010/main" val="402659938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788" y="1371600"/>
            <a:ext cx="8431212" cy="1447800"/>
          </a:xfrm>
        </p:spPr>
        <p:txBody>
          <a:bodyPr/>
          <a:lstStyle/>
          <a:p>
            <a:r>
              <a:rPr lang="en-US" sz="4400" dirty="0"/>
              <a:t>What is Artificial Intelligence</a:t>
            </a:r>
          </a:p>
        </p:txBody>
      </p:sp>
      <p:sp>
        <p:nvSpPr>
          <p:cNvPr id="3" name="Content Placeholder 2"/>
          <p:cNvSpPr>
            <a:spLocks noGrp="1"/>
          </p:cNvSpPr>
          <p:nvPr>
            <p:ph idx="1"/>
          </p:nvPr>
        </p:nvSpPr>
        <p:spPr>
          <a:xfrm>
            <a:off x="712788" y="3012142"/>
            <a:ext cx="8050212" cy="3845858"/>
          </a:xfrm>
        </p:spPr>
        <p:txBody>
          <a:bodyPr>
            <a:normAutofit lnSpcReduction="10000"/>
          </a:bodyPr>
          <a:lstStyle/>
          <a:p>
            <a:r>
              <a:rPr lang="en-US" altLang="en-US" i="1" dirty="0">
                <a:effectLst/>
              </a:rPr>
              <a:t>To </a:t>
            </a:r>
            <a:r>
              <a:rPr lang="en-US" altLang="en-US" i="1" dirty="0">
                <a:solidFill>
                  <a:srgbClr val="FFFF00"/>
                </a:solidFill>
                <a:effectLst/>
              </a:rPr>
              <a:t>make sense </a:t>
            </a:r>
            <a:r>
              <a:rPr lang="en-US" altLang="en-US" i="1" dirty="0">
                <a:effectLst/>
              </a:rPr>
              <a:t>out of </a:t>
            </a:r>
            <a:r>
              <a:rPr lang="en-US" altLang="en-US" i="1" dirty="0">
                <a:solidFill>
                  <a:srgbClr val="002060"/>
                </a:solidFill>
                <a:effectLst/>
              </a:rPr>
              <a:t>ambiguous</a:t>
            </a:r>
            <a:r>
              <a:rPr lang="en-US" altLang="en-US" i="1" dirty="0">
                <a:effectLst/>
              </a:rPr>
              <a:t> or contradictory messages</a:t>
            </a:r>
          </a:p>
          <a:p>
            <a:pPr lvl="1"/>
            <a:r>
              <a:rPr lang="en-GB" altLang="en-US" sz="2000" dirty="0">
                <a:solidFill>
                  <a:srgbClr val="002060"/>
                </a:solidFill>
                <a:effectLst/>
                <a:cs typeface="Times New Roman" panose="02020603050405020304" pitchFamily="18" charset="0"/>
              </a:rPr>
              <a:t>Knowledge and experience</a:t>
            </a:r>
            <a:r>
              <a:rPr lang="en-GB" altLang="en-US" sz="2000" dirty="0">
                <a:effectLst/>
                <a:cs typeface="Times New Roman" panose="02020603050405020304" pitchFamily="18" charset="0"/>
              </a:rPr>
              <a:t> allows to place ambiguous messages in </a:t>
            </a:r>
            <a:r>
              <a:rPr lang="en-GB" altLang="en-US" sz="2000" dirty="0">
                <a:solidFill>
                  <a:srgbClr val="002060"/>
                </a:solidFill>
                <a:effectLst/>
                <a:cs typeface="Times New Roman" panose="02020603050405020304" pitchFamily="18" charset="0"/>
              </a:rPr>
              <a:t>context</a:t>
            </a:r>
            <a:r>
              <a:rPr lang="en-GB" altLang="en-US" sz="2000" dirty="0">
                <a:effectLst/>
                <a:cs typeface="Times New Roman" panose="02020603050405020304" pitchFamily="18" charset="0"/>
              </a:rPr>
              <a:t>.  (e.g. time flies like an arrow, buy this washing powder versus buy that washing powder)</a:t>
            </a:r>
          </a:p>
          <a:p>
            <a:pPr marL="349250" lvl="1" indent="0">
              <a:buNone/>
            </a:pPr>
            <a:endParaRPr lang="en-GB" altLang="en-US" sz="2000" dirty="0">
              <a:effectLst/>
              <a:cs typeface="Times New Roman" panose="02020603050405020304" pitchFamily="18" charset="0"/>
            </a:endParaRPr>
          </a:p>
          <a:p>
            <a:pPr>
              <a:buFont typeface="Wingdings" panose="05000000000000000000" pitchFamily="2" charset="2"/>
              <a:buChar char="q"/>
            </a:pPr>
            <a:r>
              <a:rPr lang="en-US" altLang="en-US" sz="2200" i="1" dirty="0">
                <a:effectLst/>
              </a:rPr>
              <a:t>To </a:t>
            </a:r>
            <a:r>
              <a:rPr lang="en-US" altLang="en-US" sz="2200" i="1" dirty="0">
                <a:solidFill>
                  <a:srgbClr val="FFFF00"/>
                </a:solidFill>
                <a:effectLst/>
              </a:rPr>
              <a:t>recognize </a:t>
            </a:r>
            <a:r>
              <a:rPr lang="en-US" altLang="en-US" sz="2200" i="1" dirty="0">
                <a:effectLst/>
              </a:rPr>
              <a:t>the relative importance of </a:t>
            </a:r>
            <a:r>
              <a:rPr lang="en-US" altLang="en-US" sz="2200" i="1" dirty="0">
                <a:solidFill>
                  <a:srgbClr val="002060"/>
                </a:solidFill>
                <a:effectLst/>
              </a:rPr>
              <a:t>different elements</a:t>
            </a:r>
            <a:r>
              <a:rPr lang="en-US" altLang="en-US" sz="2200" i="1" dirty="0">
                <a:effectLst/>
              </a:rPr>
              <a:t> of a situation </a:t>
            </a:r>
          </a:p>
          <a:p>
            <a:pPr lvl="1">
              <a:buFont typeface="Wingdings" panose="05000000000000000000" pitchFamily="2" charset="2"/>
              <a:buChar char="q"/>
            </a:pPr>
            <a:r>
              <a:rPr lang="en-US" altLang="en-US" sz="1900" dirty="0">
                <a:solidFill>
                  <a:srgbClr val="002060"/>
                </a:solidFill>
                <a:effectLst/>
              </a:rPr>
              <a:t>(e.g. </a:t>
            </a:r>
            <a:r>
              <a:rPr lang="en-GB" altLang="en-US" sz="1900" dirty="0">
                <a:solidFill>
                  <a:srgbClr val="002060"/>
                </a:solidFill>
                <a:effectLst/>
                <a:cs typeface="Times New Roman" panose="02020603050405020304" pitchFamily="18" charset="0"/>
              </a:rPr>
              <a:t>quality versus price of a commodity</a:t>
            </a:r>
            <a:r>
              <a:rPr lang="en-US" altLang="en-US" sz="1900" dirty="0">
                <a:solidFill>
                  <a:srgbClr val="002060"/>
                </a:solidFill>
                <a:effectLst/>
              </a:rPr>
              <a:t>)</a:t>
            </a:r>
            <a:r>
              <a:rPr lang="en-US" altLang="en-US" sz="1900" dirty="0">
                <a:solidFill>
                  <a:srgbClr val="002060"/>
                </a:solidFill>
              </a:rPr>
              <a:t>	</a:t>
            </a:r>
          </a:p>
          <a:p>
            <a:endParaRPr lang="en-US" altLang="en-US" sz="2000" dirty="0">
              <a:effectLst/>
            </a:endParaRPr>
          </a:p>
        </p:txBody>
      </p:sp>
    </p:spTree>
    <p:extLst>
      <p:ext uri="{BB962C8B-B14F-4D97-AF65-F5344CB8AC3E}">
        <p14:creationId xmlns:p14="http://schemas.microsoft.com/office/powerpoint/2010/main" val="25120366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788" y="1371600"/>
            <a:ext cx="8278812" cy="1447800"/>
          </a:xfrm>
        </p:spPr>
        <p:txBody>
          <a:bodyPr/>
          <a:lstStyle/>
          <a:p>
            <a:r>
              <a:rPr lang="en-US" sz="4400" dirty="0"/>
              <a:t>What is Artificial Intelligence</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US" altLang="en-US" i="1" dirty="0">
                <a:effectLst/>
              </a:rPr>
              <a:t>To find </a:t>
            </a:r>
            <a:r>
              <a:rPr lang="en-US" altLang="en-US" i="1" dirty="0">
                <a:solidFill>
                  <a:srgbClr val="FFFF00"/>
                </a:solidFill>
                <a:effectLst/>
              </a:rPr>
              <a:t>similarities</a:t>
            </a:r>
            <a:r>
              <a:rPr lang="en-US" altLang="en-US" i="1" dirty="0">
                <a:effectLst/>
              </a:rPr>
              <a:t> between situations despite </a:t>
            </a:r>
            <a:r>
              <a:rPr lang="en-US" altLang="en-US" i="1" dirty="0">
                <a:solidFill>
                  <a:srgbClr val="002060"/>
                </a:solidFill>
                <a:effectLst/>
              </a:rPr>
              <a:t>differences</a:t>
            </a:r>
            <a:r>
              <a:rPr lang="en-US" altLang="en-US" i="1" dirty="0">
                <a:effectLst/>
              </a:rPr>
              <a:t> which may separate them </a:t>
            </a:r>
          </a:p>
          <a:p>
            <a:pPr lvl="1">
              <a:buFont typeface="Wingdings" panose="05000000000000000000" pitchFamily="2" charset="2"/>
              <a:buChar char="q"/>
            </a:pPr>
            <a:r>
              <a:rPr lang="en-GB" altLang="en-US" sz="2000" dirty="0">
                <a:solidFill>
                  <a:srgbClr val="002060"/>
                </a:solidFill>
                <a:effectLst/>
                <a:cs typeface="Times New Roman" panose="02020603050405020304" pitchFamily="18" charset="0"/>
              </a:rPr>
              <a:t>(e.g. chairs in two different pictures)</a:t>
            </a:r>
            <a:r>
              <a:rPr lang="en-US" altLang="en-US" sz="2000" dirty="0">
                <a:solidFill>
                  <a:srgbClr val="002060"/>
                </a:solidFill>
                <a:effectLst/>
              </a:rPr>
              <a:t> </a:t>
            </a:r>
          </a:p>
          <a:p>
            <a:pPr>
              <a:buFont typeface="Wingdings" panose="05000000000000000000" pitchFamily="2" charset="2"/>
              <a:buChar char="q"/>
            </a:pPr>
            <a:endParaRPr lang="en-US" altLang="en-US" dirty="0">
              <a:effectLst/>
            </a:endParaRPr>
          </a:p>
          <a:p>
            <a:pPr>
              <a:buFont typeface="Wingdings" panose="05000000000000000000" pitchFamily="2" charset="2"/>
              <a:buChar char="q"/>
            </a:pPr>
            <a:r>
              <a:rPr lang="en-US" altLang="en-US" i="1" dirty="0">
                <a:effectLst/>
              </a:rPr>
              <a:t> To draw </a:t>
            </a:r>
            <a:r>
              <a:rPr lang="en-US" altLang="en-US" i="1" dirty="0">
                <a:solidFill>
                  <a:srgbClr val="FFFF00"/>
                </a:solidFill>
                <a:effectLst/>
              </a:rPr>
              <a:t>distinctions</a:t>
            </a:r>
            <a:r>
              <a:rPr lang="en-US" altLang="en-US" i="1" dirty="0">
                <a:effectLst/>
              </a:rPr>
              <a:t> between situations despite </a:t>
            </a:r>
            <a:r>
              <a:rPr lang="en-US" altLang="en-US" i="1" dirty="0">
                <a:solidFill>
                  <a:srgbClr val="002060"/>
                </a:solidFill>
                <a:effectLst/>
              </a:rPr>
              <a:t>similarities</a:t>
            </a:r>
            <a:r>
              <a:rPr lang="en-US" altLang="en-US" i="1" dirty="0">
                <a:effectLst/>
              </a:rPr>
              <a:t> which may link them </a:t>
            </a:r>
          </a:p>
          <a:p>
            <a:pPr lvl="1">
              <a:buFont typeface="Wingdings" panose="05000000000000000000" pitchFamily="2" charset="2"/>
              <a:buChar char="q"/>
            </a:pPr>
            <a:r>
              <a:rPr lang="en-US" altLang="en-US" sz="2000" dirty="0">
                <a:solidFill>
                  <a:srgbClr val="002060"/>
                </a:solidFill>
                <a:effectLst/>
              </a:rPr>
              <a:t>(e.g. differences in two cars)</a:t>
            </a:r>
          </a:p>
          <a:p>
            <a:pPr>
              <a:buFont typeface="Wingdings" panose="05000000000000000000" pitchFamily="2" charset="2"/>
              <a:buChar char="q"/>
            </a:pPr>
            <a:endParaRPr lang="en-US" dirty="0">
              <a:effectLst/>
            </a:endParaRPr>
          </a:p>
        </p:txBody>
      </p:sp>
    </p:spTree>
    <p:extLst>
      <p:ext uri="{BB962C8B-B14F-4D97-AF65-F5344CB8AC3E}">
        <p14:creationId xmlns:p14="http://schemas.microsoft.com/office/powerpoint/2010/main" val="29791454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arn(inVertical)">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barn(inVertical)">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What is AI</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effectLst/>
              </a:rPr>
              <a:t>Concerned with the </a:t>
            </a:r>
            <a:r>
              <a:rPr lang="en-US" dirty="0">
                <a:solidFill>
                  <a:srgbClr val="FFFF00"/>
                </a:solidFill>
                <a:effectLst/>
              </a:rPr>
              <a:t>design</a:t>
            </a:r>
            <a:r>
              <a:rPr lang="en-US" dirty="0">
                <a:effectLst/>
              </a:rPr>
              <a:t> of </a:t>
            </a:r>
            <a:r>
              <a:rPr lang="en-US" dirty="0">
                <a:solidFill>
                  <a:srgbClr val="FFFF00"/>
                </a:solidFill>
                <a:effectLst/>
              </a:rPr>
              <a:t>intelligence</a:t>
            </a:r>
            <a:r>
              <a:rPr lang="en-US" dirty="0">
                <a:effectLst/>
              </a:rPr>
              <a:t> in an </a:t>
            </a:r>
            <a:r>
              <a:rPr lang="en-US" dirty="0">
                <a:solidFill>
                  <a:srgbClr val="002060"/>
                </a:solidFill>
                <a:effectLst/>
              </a:rPr>
              <a:t>artificial device</a:t>
            </a:r>
          </a:p>
          <a:p>
            <a:pPr>
              <a:buFont typeface="Wingdings" panose="05000000000000000000" pitchFamily="2" charset="2"/>
              <a:buChar char="q"/>
            </a:pPr>
            <a:r>
              <a:rPr lang="en-US" dirty="0">
                <a:solidFill>
                  <a:srgbClr val="002060"/>
                </a:solidFill>
                <a:effectLst/>
              </a:rPr>
              <a:t>Work started </a:t>
            </a:r>
            <a:r>
              <a:rPr lang="en-US" dirty="0">
                <a:effectLst/>
              </a:rPr>
              <a:t>in earnest soon after </a:t>
            </a:r>
            <a:r>
              <a:rPr lang="en-US" dirty="0">
                <a:solidFill>
                  <a:srgbClr val="FFFF00"/>
                </a:solidFill>
                <a:effectLst/>
              </a:rPr>
              <a:t>World War II</a:t>
            </a:r>
          </a:p>
          <a:p>
            <a:pPr>
              <a:buFont typeface="Wingdings" panose="05000000000000000000" pitchFamily="2" charset="2"/>
              <a:buChar char="q"/>
            </a:pPr>
            <a:r>
              <a:rPr lang="en-US" dirty="0">
                <a:effectLst/>
              </a:rPr>
              <a:t>The </a:t>
            </a:r>
            <a:r>
              <a:rPr lang="en-US" dirty="0">
                <a:solidFill>
                  <a:srgbClr val="147624"/>
                </a:solidFill>
                <a:effectLst/>
              </a:rPr>
              <a:t>term</a:t>
            </a:r>
            <a:r>
              <a:rPr lang="en-US" dirty="0">
                <a:effectLst/>
              </a:rPr>
              <a:t> was coined by </a:t>
            </a:r>
            <a:r>
              <a:rPr lang="en-US" dirty="0">
                <a:solidFill>
                  <a:srgbClr val="002060"/>
                </a:solidFill>
                <a:effectLst/>
              </a:rPr>
              <a:t>McCarthy</a:t>
            </a:r>
            <a:r>
              <a:rPr lang="en-US" dirty="0">
                <a:effectLst/>
              </a:rPr>
              <a:t> in </a:t>
            </a:r>
            <a:r>
              <a:rPr lang="en-US" dirty="0">
                <a:solidFill>
                  <a:srgbClr val="147624"/>
                </a:solidFill>
                <a:effectLst/>
              </a:rPr>
              <a:t>1956</a:t>
            </a:r>
            <a:r>
              <a:rPr lang="en-US" dirty="0">
                <a:effectLst/>
              </a:rPr>
              <a:t>. </a:t>
            </a:r>
          </a:p>
          <a:p>
            <a:pPr>
              <a:buFont typeface="Wingdings" panose="05000000000000000000" pitchFamily="2" charset="2"/>
              <a:buChar char="q"/>
            </a:pPr>
            <a:r>
              <a:rPr lang="en-US" dirty="0">
                <a:effectLst/>
              </a:rPr>
              <a:t>In a Multi disciplinary conference at </a:t>
            </a:r>
            <a:r>
              <a:rPr lang="en-US" dirty="0">
                <a:solidFill>
                  <a:srgbClr val="002060"/>
                </a:solidFill>
                <a:effectLst/>
              </a:rPr>
              <a:t>Dartmouth</a:t>
            </a:r>
            <a:r>
              <a:rPr lang="en-US" dirty="0">
                <a:effectLst/>
              </a:rPr>
              <a:t>, </a:t>
            </a:r>
            <a:r>
              <a:rPr lang="en-US" dirty="0">
                <a:solidFill>
                  <a:srgbClr val="FFFF00"/>
                </a:solidFill>
                <a:effectLst/>
              </a:rPr>
              <a:t>USA</a:t>
            </a:r>
            <a:r>
              <a:rPr lang="en-US" dirty="0">
                <a:effectLst/>
              </a:rPr>
              <a:t> </a:t>
            </a:r>
          </a:p>
          <a:p>
            <a:pPr marL="0" indent="0">
              <a:buNone/>
            </a:pPr>
            <a:endParaRPr lang="en-US" dirty="0">
              <a:effectLst/>
            </a:endParaRPr>
          </a:p>
        </p:txBody>
      </p:sp>
    </p:spTree>
    <p:extLst>
      <p:ext uri="{BB962C8B-B14F-4D97-AF65-F5344CB8AC3E}">
        <p14:creationId xmlns:p14="http://schemas.microsoft.com/office/powerpoint/2010/main" val="2023456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arn(inVertic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arn(inVertical)">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and view of AI</a:t>
            </a:r>
          </a:p>
        </p:txBody>
      </p:sp>
      <p:grpSp>
        <p:nvGrpSpPr>
          <p:cNvPr id="4" name="Group 3"/>
          <p:cNvGrpSpPr/>
          <p:nvPr/>
        </p:nvGrpSpPr>
        <p:grpSpPr>
          <a:xfrm>
            <a:off x="990600" y="2743200"/>
            <a:ext cx="7620000" cy="4015264"/>
            <a:chOff x="1066800" y="1688068"/>
            <a:chExt cx="7620000" cy="4015264"/>
          </a:xfrm>
        </p:grpSpPr>
        <p:cxnSp>
          <p:nvCxnSpPr>
            <p:cNvPr id="5" name="Straight Connector 4"/>
            <p:cNvCxnSpPr/>
            <p:nvPr/>
          </p:nvCxnSpPr>
          <p:spPr>
            <a:xfrm rot="5400000">
              <a:off x="2895600" y="3810000"/>
              <a:ext cx="3048000"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590800" y="3733800"/>
              <a:ext cx="4114800" cy="15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705600" y="3505200"/>
              <a:ext cx="1981200" cy="923330"/>
            </a:xfrm>
            <a:prstGeom prst="rect">
              <a:avLst/>
            </a:prstGeom>
            <a:noFill/>
          </p:spPr>
          <p:txBody>
            <a:bodyPr wrap="square" rtlCol="0">
              <a:spAutoFit/>
            </a:bodyPr>
            <a:lstStyle/>
            <a:p>
              <a:r>
                <a:rPr lang="en-US" dirty="0">
                  <a:solidFill>
                    <a:srgbClr val="FFFF00"/>
                  </a:solidFill>
                </a:rPr>
                <a:t>Ideal Performance</a:t>
              </a:r>
            </a:p>
            <a:p>
              <a:r>
                <a:rPr lang="en-US" dirty="0">
                  <a:solidFill>
                    <a:srgbClr val="FFFF00"/>
                  </a:solidFill>
                </a:rPr>
                <a:t>  (rationality)</a:t>
              </a:r>
            </a:p>
          </p:txBody>
        </p:sp>
        <p:sp>
          <p:nvSpPr>
            <p:cNvPr id="8" name="TextBox 7"/>
            <p:cNvSpPr txBox="1"/>
            <p:nvPr/>
          </p:nvSpPr>
          <p:spPr>
            <a:xfrm>
              <a:off x="1066800" y="3420070"/>
              <a:ext cx="1981200" cy="923330"/>
            </a:xfrm>
            <a:prstGeom prst="rect">
              <a:avLst/>
            </a:prstGeom>
            <a:noFill/>
          </p:spPr>
          <p:txBody>
            <a:bodyPr wrap="square" rtlCol="0">
              <a:spAutoFit/>
            </a:bodyPr>
            <a:lstStyle/>
            <a:p>
              <a:r>
                <a:rPr lang="en-US" dirty="0">
                  <a:solidFill>
                    <a:srgbClr val="FFFF00"/>
                  </a:solidFill>
                </a:rPr>
                <a:t>Human-Like Performance</a:t>
              </a:r>
            </a:p>
            <a:p>
              <a:r>
                <a:rPr lang="en-US" dirty="0">
                  <a:solidFill>
                    <a:srgbClr val="FFFF00"/>
                  </a:solidFill>
                </a:rPr>
                <a:t>  </a:t>
              </a:r>
            </a:p>
          </p:txBody>
        </p:sp>
        <p:sp>
          <p:nvSpPr>
            <p:cNvPr id="9" name="TextBox 8"/>
            <p:cNvSpPr txBox="1"/>
            <p:nvPr/>
          </p:nvSpPr>
          <p:spPr>
            <a:xfrm>
              <a:off x="3810000" y="1688068"/>
              <a:ext cx="2209800" cy="646331"/>
            </a:xfrm>
            <a:prstGeom prst="rect">
              <a:avLst/>
            </a:prstGeom>
            <a:noFill/>
          </p:spPr>
          <p:txBody>
            <a:bodyPr wrap="square" rtlCol="0">
              <a:spAutoFit/>
            </a:bodyPr>
            <a:lstStyle/>
            <a:p>
              <a:r>
                <a:rPr lang="en-US" dirty="0">
                  <a:solidFill>
                    <a:srgbClr val="002060"/>
                  </a:solidFill>
                </a:rPr>
                <a:t>Thought/ Reasoning   </a:t>
              </a:r>
            </a:p>
          </p:txBody>
        </p:sp>
        <p:sp>
          <p:nvSpPr>
            <p:cNvPr id="10" name="TextBox 9"/>
            <p:cNvSpPr txBox="1"/>
            <p:nvPr/>
          </p:nvSpPr>
          <p:spPr>
            <a:xfrm>
              <a:off x="3352800" y="5334000"/>
              <a:ext cx="2209800" cy="369332"/>
            </a:xfrm>
            <a:prstGeom prst="rect">
              <a:avLst/>
            </a:prstGeom>
            <a:noFill/>
          </p:spPr>
          <p:txBody>
            <a:bodyPr wrap="square" rtlCol="0">
              <a:spAutoFit/>
            </a:bodyPr>
            <a:lstStyle/>
            <a:p>
              <a:pPr algn="ctr"/>
              <a:r>
                <a:rPr lang="en-US" dirty="0">
                  <a:solidFill>
                    <a:srgbClr val="002060"/>
                  </a:solidFill>
                </a:rPr>
                <a:t>Behavior</a:t>
              </a:r>
            </a:p>
          </p:txBody>
        </p:sp>
        <p:sp>
          <p:nvSpPr>
            <p:cNvPr id="11" name="TextBox 10"/>
            <p:cNvSpPr txBox="1"/>
            <p:nvPr/>
          </p:nvSpPr>
          <p:spPr>
            <a:xfrm>
              <a:off x="1752600" y="2286000"/>
              <a:ext cx="2362200" cy="923330"/>
            </a:xfrm>
            <a:prstGeom prst="rect">
              <a:avLst/>
            </a:prstGeom>
            <a:noFill/>
          </p:spPr>
          <p:txBody>
            <a:bodyPr wrap="square" rtlCol="0">
              <a:spAutoFit/>
            </a:bodyPr>
            <a:lstStyle/>
            <a:p>
              <a:pPr algn="ctr"/>
              <a:r>
                <a:rPr lang="en-US" dirty="0">
                  <a:solidFill>
                    <a:srgbClr val="147624"/>
                  </a:solidFill>
                </a:rPr>
                <a:t>System that think like Humans</a:t>
              </a:r>
            </a:p>
            <a:p>
              <a:pPr algn="ctr"/>
              <a:r>
                <a:rPr lang="en-US" dirty="0"/>
                <a:t>(Cognitive Science)</a:t>
              </a:r>
            </a:p>
          </p:txBody>
        </p:sp>
        <p:sp>
          <p:nvSpPr>
            <p:cNvPr id="12" name="TextBox 11"/>
            <p:cNvSpPr txBox="1"/>
            <p:nvPr/>
          </p:nvSpPr>
          <p:spPr>
            <a:xfrm>
              <a:off x="4648200" y="2362200"/>
              <a:ext cx="2362200" cy="923330"/>
            </a:xfrm>
            <a:prstGeom prst="rect">
              <a:avLst/>
            </a:prstGeom>
            <a:noFill/>
          </p:spPr>
          <p:txBody>
            <a:bodyPr wrap="square" rtlCol="0">
              <a:spAutoFit/>
            </a:bodyPr>
            <a:lstStyle/>
            <a:p>
              <a:pPr algn="ctr"/>
              <a:r>
                <a:rPr lang="en-US" dirty="0"/>
                <a:t>System that think Rationally </a:t>
              </a:r>
            </a:p>
            <a:p>
              <a:pPr algn="ctr"/>
              <a:r>
                <a:rPr lang="en-US" dirty="0"/>
                <a:t>(Laws of thought/logic)</a:t>
              </a:r>
            </a:p>
          </p:txBody>
        </p:sp>
        <p:sp>
          <p:nvSpPr>
            <p:cNvPr id="13" name="TextBox 12"/>
            <p:cNvSpPr txBox="1"/>
            <p:nvPr/>
          </p:nvSpPr>
          <p:spPr>
            <a:xfrm>
              <a:off x="1905000" y="4267200"/>
              <a:ext cx="2362200" cy="1200329"/>
            </a:xfrm>
            <a:prstGeom prst="rect">
              <a:avLst/>
            </a:prstGeom>
            <a:noFill/>
          </p:spPr>
          <p:txBody>
            <a:bodyPr wrap="square" rtlCol="0">
              <a:spAutoFit/>
            </a:bodyPr>
            <a:lstStyle/>
            <a:p>
              <a:pPr algn="ctr"/>
              <a:r>
                <a:rPr lang="en-US" dirty="0"/>
                <a:t>System that act like Humans</a:t>
              </a:r>
            </a:p>
            <a:p>
              <a:pPr algn="ctr"/>
              <a:r>
                <a:rPr lang="en-US" dirty="0">
                  <a:solidFill>
                    <a:srgbClr val="147624"/>
                  </a:solidFill>
                </a:rPr>
                <a:t>(Turing Test)</a:t>
              </a:r>
            </a:p>
            <a:p>
              <a:pPr algn="ctr"/>
              <a:endParaRPr lang="en-US" dirty="0"/>
            </a:p>
          </p:txBody>
        </p:sp>
        <p:sp>
          <p:nvSpPr>
            <p:cNvPr id="14" name="TextBox 13"/>
            <p:cNvSpPr txBox="1"/>
            <p:nvPr/>
          </p:nvSpPr>
          <p:spPr>
            <a:xfrm>
              <a:off x="4648200" y="4267200"/>
              <a:ext cx="2362200" cy="923330"/>
            </a:xfrm>
            <a:prstGeom prst="rect">
              <a:avLst/>
            </a:prstGeom>
            <a:noFill/>
          </p:spPr>
          <p:txBody>
            <a:bodyPr wrap="square" rtlCol="0">
              <a:spAutoFit/>
            </a:bodyPr>
            <a:lstStyle/>
            <a:p>
              <a:pPr algn="ctr"/>
              <a:r>
                <a:rPr lang="en-US" dirty="0">
                  <a:solidFill>
                    <a:srgbClr val="147624"/>
                  </a:solidFill>
                </a:rPr>
                <a:t>System that act Rationally </a:t>
              </a:r>
            </a:p>
            <a:p>
              <a:pPr algn="ctr"/>
              <a:r>
                <a:rPr lang="en-US" dirty="0">
                  <a:solidFill>
                    <a:srgbClr val="147624"/>
                  </a:solidFill>
                </a:rPr>
                <a:t>(Rational Agents)</a:t>
              </a:r>
            </a:p>
          </p:txBody>
        </p:sp>
      </p:grpSp>
    </p:spTree>
    <p:extLst>
      <p:ext uri="{BB962C8B-B14F-4D97-AF65-F5344CB8AC3E}">
        <p14:creationId xmlns:p14="http://schemas.microsoft.com/office/powerpoint/2010/main" val="17224337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80000"/>
              </a:lnSpc>
            </a:pPr>
            <a:r>
              <a:rPr lang="en-US" sz="2000" dirty="0">
                <a:effectLst/>
              </a:rPr>
              <a:t>Turing (1950) "Computing machinery and intelligence"</a:t>
            </a:r>
          </a:p>
          <a:p>
            <a:pPr>
              <a:lnSpc>
                <a:spcPct val="80000"/>
              </a:lnSpc>
            </a:pPr>
            <a:r>
              <a:rPr lang="en-US" sz="2000" dirty="0">
                <a:effectLst/>
              </a:rPr>
              <a:t>"Can machines think?" </a:t>
            </a:r>
            <a:r>
              <a:rPr lang="en-US" sz="2000" dirty="0">
                <a:effectLst/>
                <a:sym typeface="Wingdings" pitchFamily="2" charset="2"/>
              </a:rPr>
              <a:t></a:t>
            </a:r>
            <a:r>
              <a:rPr lang="en-US" sz="2000" dirty="0">
                <a:effectLst/>
              </a:rPr>
              <a:t> "Can machines behave intelligently?“</a:t>
            </a:r>
            <a:br>
              <a:rPr lang="en-US" sz="2000" dirty="0">
                <a:effectLst/>
              </a:rPr>
            </a:br>
            <a:endParaRPr lang="en-US" sz="2000" dirty="0">
              <a:effectLst/>
            </a:endParaRPr>
          </a:p>
          <a:p>
            <a:pPr>
              <a:lnSpc>
                <a:spcPct val="80000"/>
              </a:lnSpc>
            </a:pPr>
            <a:r>
              <a:rPr lang="en-US" sz="2000" dirty="0">
                <a:solidFill>
                  <a:srgbClr val="002060"/>
                </a:solidFill>
                <a:effectLst/>
              </a:rPr>
              <a:t>Operational test</a:t>
            </a:r>
            <a:r>
              <a:rPr lang="en-US" sz="2000" dirty="0">
                <a:effectLst/>
              </a:rPr>
              <a:t> for intelligent behavior: </a:t>
            </a:r>
            <a:r>
              <a:rPr lang="en-US" sz="2000" dirty="0">
                <a:solidFill>
                  <a:srgbClr val="002060"/>
                </a:solidFill>
                <a:effectLst/>
              </a:rPr>
              <a:t>the Imitation Game</a:t>
            </a:r>
          </a:p>
        </p:txBody>
      </p:sp>
      <p:sp>
        <p:nvSpPr>
          <p:cNvPr id="4" name="Title 1"/>
          <p:cNvSpPr>
            <a:spLocks noGrp="1"/>
          </p:cNvSpPr>
          <p:nvPr>
            <p:ph type="title"/>
          </p:nvPr>
        </p:nvSpPr>
        <p:spPr>
          <a:xfrm>
            <a:off x="712788" y="1371600"/>
            <a:ext cx="7897812" cy="1447800"/>
          </a:xfrm>
        </p:spPr>
        <p:txBody>
          <a:bodyPr/>
          <a:lstStyle/>
          <a:p>
            <a:r>
              <a:rPr lang="en-US" sz="4000" dirty="0"/>
              <a:t>Acting Humanly: Turing Test</a:t>
            </a:r>
          </a:p>
        </p:txBody>
      </p:sp>
      <p:pic>
        <p:nvPicPr>
          <p:cNvPr id="5" name="Picture 4" descr="turing"/>
          <p:cNvPicPr>
            <a:picLocks noChangeAspect="1" noChangeArrowheads="1"/>
          </p:cNvPicPr>
          <p:nvPr/>
        </p:nvPicPr>
        <p:blipFill>
          <a:blip r:embed="rId2"/>
          <a:srcRect/>
          <a:stretch>
            <a:fillRect/>
          </a:stretch>
        </p:blipFill>
        <p:spPr bwMode="auto">
          <a:xfrm>
            <a:off x="4267200" y="5167690"/>
            <a:ext cx="4876800" cy="1690310"/>
          </a:xfrm>
          <a:prstGeom prst="rect">
            <a:avLst/>
          </a:prstGeom>
          <a:noFill/>
        </p:spPr>
      </p:pic>
    </p:spTree>
    <p:extLst>
      <p:ext uri="{BB962C8B-B14F-4D97-AF65-F5344CB8AC3E}">
        <p14:creationId xmlns:p14="http://schemas.microsoft.com/office/powerpoint/2010/main" val="3329560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2788" y="3012142"/>
            <a:ext cx="7716838" cy="3845858"/>
          </a:xfrm>
        </p:spPr>
        <p:txBody>
          <a:bodyPr>
            <a:normAutofit lnSpcReduction="10000"/>
          </a:bodyPr>
          <a:lstStyle/>
          <a:p>
            <a:pPr>
              <a:lnSpc>
                <a:spcPct val="80000"/>
              </a:lnSpc>
              <a:buFont typeface="Wingdings" panose="05000000000000000000" pitchFamily="2" charset="2"/>
              <a:buChar char="q"/>
            </a:pPr>
            <a:r>
              <a:rPr lang="en-US" dirty="0"/>
              <a:t>Setting</a:t>
            </a:r>
          </a:p>
          <a:p>
            <a:pPr lvl="1">
              <a:lnSpc>
                <a:spcPct val="80000"/>
              </a:lnSpc>
              <a:buFont typeface="Wingdings" panose="05000000000000000000" pitchFamily="2" charset="2"/>
              <a:buChar char="q"/>
            </a:pPr>
            <a:r>
              <a:rPr lang="en-US" sz="1800" dirty="0"/>
              <a:t>Two humans and one machine</a:t>
            </a:r>
          </a:p>
          <a:p>
            <a:pPr lvl="1">
              <a:lnSpc>
                <a:spcPct val="80000"/>
              </a:lnSpc>
              <a:buFont typeface="Wingdings" panose="05000000000000000000" pitchFamily="2" charset="2"/>
              <a:buChar char="q"/>
            </a:pPr>
            <a:r>
              <a:rPr lang="en-US" sz="1800" dirty="0"/>
              <a:t>One human is a interrogator or referee</a:t>
            </a:r>
          </a:p>
          <a:p>
            <a:pPr lvl="1">
              <a:lnSpc>
                <a:spcPct val="80000"/>
              </a:lnSpc>
              <a:buFont typeface="Wingdings" panose="05000000000000000000" pitchFamily="2" charset="2"/>
              <a:buChar char="q"/>
            </a:pPr>
            <a:r>
              <a:rPr lang="en-US" sz="1800" dirty="0"/>
              <a:t>Referee is kept in a separate room</a:t>
            </a:r>
          </a:p>
          <a:p>
            <a:pPr lvl="1">
              <a:lnSpc>
                <a:spcPct val="80000"/>
              </a:lnSpc>
              <a:buFont typeface="Wingdings" panose="05000000000000000000" pitchFamily="2" charset="2"/>
              <a:buChar char="q"/>
            </a:pPr>
            <a:endParaRPr lang="en-US" sz="1800" dirty="0"/>
          </a:p>
          <a:p>
            <a:pPr>
              <a:lnSpc>
                <a:spcPct val="80000"/>
              </a:lnSpc>
              <a:buFont typeface="Wingdings" panose="05000000000000000000" pitchFamily="2" charset="2"/>
              <a:buChar char="q"/>
            </a:pPr>
            <a:r>
              <a:rPr lang="en-US" dirty="0"/>
              <a:t>The Test</a:t>
            </a:r>
          </a:p>
          <a:p>
            <a:pPr lvl="1">
              <a:lnSpc>
                <a:spcPct val="90000"/>
              </a:lnSpc>
              <a:buFont typeface="Wingdings" panose="05000000000000000000" pitchFamily="2" charset="2"/>
              <a:buChar char="q"/>
            </a:pPr>
            <a:r>
              <a:rPr lang="en-US" sz="1800" dirty="0"/>
              <a:t>Referee asks the same tests of questions to both the human and the machine and based on the results identifies which one is machine and which one is human.</a:t>
            </a:r>
          </a:p>
          <a:p>
            <a:pPr lvl="1">
              <a:lnSpc>
                <a:spcPct val="90000"/>
              </a:lnSpc>
              <a:buFont typeface="Wingdings" panose="05000000000000000000" pitchFamily="2" charset="2"/>
              <a:buChar char="q"/>
            </a:pPr>
            <a:r>
              <a:rPr lang="en-US" sz="1800" dirty="0"/>
              <a:t>If the referee cannot distinguish correctly, the machine is intelligent</a:t>
            </a:r>
          </a:p>
        </p:txBody>
      </p:sp>
      <p:sp>
        <p:nvSpPr>
          <p:cNvPr id="4" name="Title 1"/>
          <p:cNvSpPr>
            <a:spLocks noGrp="1"/>
          </p:cNvSpPr>
          <p:nvPr>
            <p:ph type="title"/>
          </p:nvPr>
        </p:nvSpPr>
        <p:spPr/>
        <p:txBody>
          <a:bodyPr/>
          <a:lstStyle/>
          <a:p>
            <a:r>
              <a:rPr lang="en-US" sz="4000" dirty="0"/>
              <a:t>Acting Humanly: Turing Test</a:t>
            </a:r>
          </a:p>
        </p:txBody>
      </p:sp>
    </p:spTree>
    <p:extLst>
      <p:ext uri="{BB962C8B-B14F-4D97-AF65-F5344CB8AC3E}">
        <p14:creationId xmlns:p14="http://schemas.microsoft.com/office/powerpoint/2010/main" val="41642877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down)">
                                      <p:cBhvr>
                                        <p:cTn id="21" dur="500"/>
                                        <p:tgtEl>
                                          <p:spTgt spid="3">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down)">
                                      <p:cBhvr>
                                        <p:cTn id="24" dur="500"/>
                                        <p:tgtEl>
                                          <p:spTgt spid="3">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down)">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Thinking Humanly: Cognitive Modeling</a:t>
            </a:r>
          </a:p>
        </p:txBody>
      </p:sp>
      <p:sp>
        <p:nvSpPr>
          <p:cNvPr id="3" name="Content Placeholder 2"/>
          <p:cNvSpPr>
            <a:spLocks noGrp="1"/>
          </p:cNvSpPr>
          <p:nvPr>
            <p:ph idx="1"/>
          </p:nvPr>
        </p:nvSpPr>
        <p:spPr>
          <a:xfrm>
            <a:off x="304800" y="2971800"/>
            <a:ext cx="8659812" cy="4150658"/>
          </a:xfrm>
        </p:spPr>
        <p:txBody>
          <a:bodyPr>
            <a:normAutofit/>
          </a:bodyPr>
          <a:lstStyle/>
          <a:p>
            <a:pPr>
              <a:lnSpc>
                <a:spcPct val="120000"/>
              </a:lnSpc>
              <a:buFont typeface="Wingdings" panose="05000000000000000000" pitchFamily="2" charset="2"/>
              <a:buChar char="q"/>
            </a:pPr>
            <a:r>
              <a:rPr lang="en-US" sz="2000" dirty="0">
                <a:effectLst/>
              </a:rPr>
              <a:t>1960s "</a:t>
            </a:r>
            <a:r>
              <a:rPr lang="en-US" sz="2000" dirty="0">
                <a:solidFill>
                  <a:srgbClr val="147624"/>
                </a:solidFill>
                <a:effectLst/>
              </a:rPr>
              <a:t>cognitive revolution</a:t>
            </a:r>
            <a:r>
              <a:rPr lang="en-US" sz="2000" dirty="0">
                <a:effectLst/>
              </a:rPr>
              <a:t>": information-processing psychology </a:t>
            </a:r>
          </a:p>
          <a:p>
            <a:pPr>
              <a:lnSpc>
                <a:spcPct val="120000"/>
              </a:lnSpc>
              <a:buFont typeface="Wingdings" panose="05000000000000000000" pitchFamily="2" charset="2"/>
              <a:buChar char="q"/>
            </a:pPr>
            <a:r>
              <a:rPr lang="en-US" sz="2000" dirty="0">
                <a:effectLst/>
              </a:rPr>
              <a:t>Requires scientific theories of internal </a:t>
            </a:r>
            <a:r>
              <a:rPr lang="en-US" sz="2000" dirty="0">
                <a:solidFill>
                  <a:srgbClr val="002060"/>
                </a:solidFill>
                <a:effectLst/>
              </a:rPr>
              <a:t>activities of the brain</a:t>
            </a:r>
          </a:p>
          <a:p>
            <a:pPr>
              <a:lnSpc>
                <a:spcPct val="120000"/>
              </a:lnSpc>
              <a:buFont typeface="Wingdings" panose="05000000000000000000" pitchFamily="2" charset="2"/>
              <a:buChar char="q"/>
            </a:pPr>
            <a:r>
              <a:rPr lang="en-US" sz="2000" dirty="0">
                <a:effectLst/>
              </a:rPr>
              <a:t> How to validate? </a:t>
            </a:r>
            <a:r>
              <a:rPr lang="en-US" sz="2000" dirty="0">
                <a:solidFill>
                  <a:srgbClr val="002060"/>
                </a:solidFill>
                <a:effectLst/>
              </a:rPr>
              <a:t>Requires:</a:t>
            </a:r>
            <a:r>
              <a:rPr lang="en-US" sz="2000" dirty="0">
                <a:effectLst/>
              </a:rPr>
              <a:t> </a:t>
            </a:r>
          </a:p>
          <a:p>
            <a:pPr lvl="1">
              <a:lnSpc>
                <a:spcPct val="120000"/>
              </a:lnSpc>
              <a:buFont typeface="Wingdings" panose="05000000000000000000" pitchFamily="2" charset="2"/>
              <a:buChar char="q"/>
            </a:pPr>
            <a:r>
              <a:rPr lang="en-US" sz="1800" dirty="0">
                <a:effectLst/>
              </a:rPr>
              <a:t>    1) Predicting and testing behavior of human subjects (top-down)</a:t>
            </a:r>
          </a:p>
          <a:p>
            <a:pPr lvl="1">
              <a:lnSpc>
                <a:spcPct val="120000"/>
              </a:lnSpc>
              <a:buFont typeface="Wingdings" panose="05000000000000000000" pitchFamily="2" charset="2"/>
              <a:buChar char="q"/>
            </a:pPr>
            <a:r>
              <a:rPr lang="en-US" sz="1800" dirty="0">
                <a:effectLst/>
              </a:rPr>
              <a:t>    or 2) Direct identification from neurological data (bottom-up)</a:t>
            </a:r>
            <a:br>
              <a:rPr lang="en-US" sz="1800" dirty="0">
                <a:effectLst/>
              </a:rPr>
            </a:br>
            <a:endParaRPr lang="en-US" sz="1600" dirty="0">
              <a:effectLst/>
            </a:endParaRPr>
          </a:p>
          <a:p>
            <a:pPr>
              <a:lnSpc>
                <a:spcPct val="120000"/>
              </a:lnSpc>
              <a:buFont typeface="Wingdings" panose="05000000000000000000" pitchFamily="2" charset="2"/>
              <a:buChar char="q"/>
            </a:pPr>
            <a:r>
              <a:rPr lang="en-US" sz="2000" dirty="0">
                <a:effectLst/>
              </a:rPr>
              <a:t>Both approaches (roughly, Cognitive Science and Cognitive Neuroscience) </a:t>
            </a:r>
          </a:p>
        </p:txBody>
      </p:sp>
    </p:spTree>
    <p:extLst>
      <p:ext uri="{BB962C8B-B14F-4D97-AF65-F5344CB8AC3E}">
        <p14:creationId xmlns:p14="http://schemas.microsoft.com/office/powerpoint/2010/main" val="41712371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barn(inVertical)">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barn(inVertical)">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circle(in)">
                                      <p:cBhvr>
                                        <p:cTn id="34"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16837" cy="1447800"/>
          </a:xfrm>
        </p:spPr>
        <p:txBody>
          <a:bodyPr/>
          <a:lstStyle/>
          <a:p>
            <a:r>
              <a:rPr lang="en-US" sz="4000" dirty="0"/>
              <a:t>Thinking Humanly: Cognitive Modeling</a:t>
            </a:r>
          </a:p>
        </p:txBody>
      </p:sp>
      <p:sp>
        <p:nvSpPr>
          <p:cNvPr id="3" name="Content Placeholder 2"/>
          <p:cNvSpPr>
            <a:spLocks noGrp="1"/>
          </p:cNvSpPr>
          <p:nvPr>
            <p:ph idx="1"/>
          </p:nvPr>
        </p:nvSpPr>
        <p:spPr>
          <a:xfrm>
            <a:off x="215900" y="1665942"/>
            <a:ext cx="8748712" cy="5725458"/>
          </a:xfrm>
        </p:spPr>
        <p:txBody>
          <a:bodyPr>
            <a:normAutofit fontScale="77500" lnSpcReduction="20000"/>
          </a:bodyPr>
          <a:lstStyle/>
          <a:p>
            <a:pPr marL="0" lvl="0" indent="0">
              <a:spcAft>
                <a:spcPts val="0"/>
              </a:spcAft>
              <a:buNone/>
              <a:defRPr/>
            </a:pPr>
            <a:r>
              <a:rPr lang="en-US" sz="2600" dirty="0">
                <a:effectLst/>
              </a:rPr>
              <a:t>Top-Down (Predicting Behavior): This is like being a detective. You watch how people act and behave (e.g., how they solve a puzzle), and you test your theory to see if it can predict that same behavior. It's "top-down" because you start with the visible outcome (behavior) and work your way down to the hidden cause (the mental process</a:t>
            </a:r>
            <a:r>
              <a:rPr lang="en-US" sz="2600" dirty="0" smtClean="0">
                <a:effectLst/>
              </a:rPr>
              <a:t>).</a:t>
            </a:r>
          </a:p>
          <a:p>
            <a:pPr marL="0" lvl="0" indent="0">
              <a:spcAft>
                <a:spcPts val="0"/>
              </a:spcAft>
              <a:buNone/>
              <a:defRPr/>
            </a:pPr>
            <a:endParaRPr lang="en-US" sz="2600" dirty="0">
              <a:effectLst/>
            </a:endParaRPr>
          </a:p>
          <a:p>
            <a:pPr marL="0" lvl="0" indent="0">
              <a:spcAft>
                <a:spcPts val="0"/>
              </a:spcAft>
              <a:buNone/>
              <a:defRPr/>
            </a:pPr>
            <a:r>
              <a:rPr lang="en-US" sz="2600" dirty="0" smtClean="0">
                <a:effectLst/>
              </a:rPr>
              <a:t>Bottom-Up </a:t>
            </a:r>
            <a:r>
              <a:rPr lang="en-US" sz="2600" dirty="0">
                <a:effectLst/>
              </a:rPr>
              <a:t>(Looking at the Brain): This is like being a mechanic. You open the hood and look directly at the brain's wiring (the neurons and biology) to figure out how it works. You then build your theory from that physical data. It's "bottom-up" because you start with the basic components (brain cells) and build up to understand complex thought.</a:t>
            </a:r>
            <a:br>
              <a:rPr lang="en-US" sz="2600" dirty="0">
                <a:effectLst/>
              </a:rPr>
            </a:br>
            <a:endParaRPr lang="en-US" sz="2600" dirty="0">
              <a:effectLst/>
            </a:endParaRPr>
          </a:p>
          <a:p>
            <a:r>
              <a:rPr lang="en-US" sz="2600" dirty="0">
                <a:effectLst/>
              </a:rPr>
              <a:t>Imagine you're trying to figure out how a magic trick works.</a:t>
            </a:r>
          </a:p>
          <a:p>
            <a:r>
              <a:rPr lang="en-US" sz="2600" dirty="0">
                <a:effectLst/>
              </a:rPr>
              <a:t>Top-Down: You watch the magician's show over and over, noting what you see and trying to guess the method based on the final trick.</a:t>
            </a:r>
          </a:p>
          <a:p>
            <a:r>
              <a:rPr lang="en-US" sz="2600" dirty="0">
                <a:effectLst/>
              </a:rPr>
              <a:t>Bottom-Up: You sneak backstage, look at all the props and hidden mirrors, and figure out the mechanism from the parts themselves.</a:t>
            </a:r>
          </a:p>
          <a:p>
            <a:endParaRPr lang="en-US" sz="2000" dirty="0"/>
          </a:p>
          <a:p>
            <a:pPr>
              <a:lnSpc>
                <a:spcPct val="120000"/>
              </a:lnSpc>
              <a:buFont typeface="Wingdings" panose="05000000000000000000" pitchFamily="2" charset="2"/>
              <a:buChar char="q"/>
            </a:pPr>
            <a:endParaRPr lang="en-US" sz="2000" dirty="0">
              <a:effectLst/>
            </a:endParaRPr>
          </a:p>
        </p:txBody>
      </p:sp>
    </p:spTree>
    <p:extLst>
      <p:ext uri="{BB962C8B-B14F-4D97-AF65-F5344CB8AC3E}">
        <p14:creationId xmlns:p14="http://schemas.microsoft.com/office/powerpoint/2010/main" val="310459091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Thinking Rationally: “Laws of Thought"</a:t>
            </a:r>
          </a:p>
        </p:txBody>
      </p:sp>
      <p:sp>
        <p:nvSpPr>
          <p:cNvPr id="3" name="Content Placeholder 2"/>
          <p:cNvSpPr>
            <a:spLocks noGrp="1"/>
          </p:cNvSpPr>
          <p:nvPr>
            <p:ph idx="1"/>
          </p:nvPr>
        </p:nvSpPr>
        <p:spPr>
          <a:xfrm>
            <a:off x="712788" y="2895600"/>
            <a:ext cx="7716838" cy="3845858"/>
          </a:xfrm>
        </p:spPr>
        <p:txBody>
          <a:bodyPr>
            <a:normAutofit/>
          </a:bodyPr>
          <a:lstStyle/>
          <a:p>
            <a:pPr>
              <a:lnSpc>
                <a:spcPct val="90000"/>
              </a:lnSpc>
              <a:buFont typeface="Wingdings" panose="05000000000000000000" pitchFamily="2" charset="2"/>
              <a:buChar char="q"/>
            </a:pPr>
            <a:r>
              <a:rPr lang="en-US" dirty="0">
                <a:solidFill>
                  <a:srgbClr val="FFFF00"/>
                </a:solidFill>
                <a:effectLst/>
              </a:rPr>
              <a:t>Aristotle</a:t>
            </a:r>
            <a:r>
              <a:rPr lang="en-US" dirty="0">
                <a:effectLst/>
              </a:rPr>
              <a:t>: what </a:t>
            </a:r>
            <a:r>
              <a:rPr lang="en-US" dirty="0">
                <a:solidFill>
                  <a:srgbClr val="002060"/>
                </a:solidFill>
                <a:effectLst/>
              </a:rPr>
              <a:t>are correct arguments/thought</a:t>
            </a:r>
            <a:r>
              <a:rPr lang="en-US" dirty="0">
                <a:effectLst/>
              </a:rPr>
              <a:t> processes?</a:t>
            </a:r>
          </a:p>
          <a:p>
            <a:pPr>
              <a:buFont typeface="Wingdings" panose="05000000000000000000" pitchFamily="2" charset="2"/>
              <a:buChar char="q"/>
            </a:pPr>
            <a:r>
              <a:rPr lang="en-US" dirty="0">
                <a:effectLst/>
              </a:rPr>
              <a:t>Provided foundation of much of AI</a:t>
            </a:r>
          </a:p>
          <a:p>
            <a:pPr>
              <a:lnSpc>
                <a:spcPct val="90000"/>
              </a:lnSpc>
              <a:buFont typeface="Wingdings" panose="05000000000000000000" pitchFamily="2" charset="2"/>
              <a:buChar char="q"/>
            </a:pPr>
            <a:r>
              <a:rPr lang="en-US" dirty="0">
                <a:effectLst/>
              </a:rPr>
              <a:t>Problems: </a:t>
            </a:r>
          </a:p>
          <a:p>
            <a:pPr marL="883920" lvl="1" indent="-609600">
              <a:lnSpc>
                <a:spcPct val="90000"/>
              </a:lnSpc>
              <a:buFont typeface="Wingdings" panose="05000000000000000000" pitchFamily="2" charset="2"/>
              <a:buChar char="q"/>
            </a:pPr>
            <a:r>
              <a:rPr lang="en-US" sz="2000" dirty="0">
                <a:effectLst/>
              </a:rPr>
              <a:t>Not all intelligent behavior is mediated (Controlled) by logical </a:t>
            </a:r>
            <a:r>
              <a:rPr lang="en-US" sz="2000" dirty="0" smtClean="0">
                <a:effectLst/>
              </a:rPr>
              <a:t>deliberation, for example recognizing a human face  </a:t>
            </a:r>
            <a:endParaRPr lang="en-US" sz="2000" dirty="0">
              <a:effectLst/>
            </a:endParaRPr>
          </a:p>
          <a:p>
            <a:pPr marL="883920" lvl="1" indent="-609600">
              <a:lnSpc>
                <a:spcPct val="90000"/>
              </a:lnSpc>
              <a:buFont typeface="Wingdings" panose="05000000000000000000" pitchFamily="2" charset="2"/>
              <a:buChar char="q"/>
            </a:pPr>
            <a:r>
              <a:rPr lang="en-US" sz="2100" dirty="0">
                <a:effectLst/>
              </a:rPr>
              <a:t>What is our goal?  What is the purpose of thinking?</a:t>
            </a:r>
          </a:p>
        </p:txBody>
      </p:sp>
    </p:spTree>
    <p:extLst>
      <p:ext uri="{BB962C8B-B14F-4D97-AF65-F5344CB8AC3E}">
        <p14:creationId xmlns:p14="http://schemas.microsoft.com/office/powerpoint/2010/main" val="1010437600"/>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7163" y="0"/>
            <a:ext cx="7716837" cy="1447800"/>
          </a:xfrm>
        </p:spPr>
        <p:txBody>
          <a:bodyPr/>
          <a:lstStyle/>
          <a:p>
            <a:r>
              <a:rPr lang="en-US" sz="4800" dirty="0"/>
              <a:t>Thinking Rationally: “Laws of Thought"</a:t>
            </a:r>
            <a:endParaRPr lang="en-US" dirty="0"/>
          </a:p>
        </p:txBody>
      </p:sp>
      <p:sp>
        <p:nvSpPr>
          <p:cNvPr id="3" name="Content Placeholder 2"/>
          <p:cNvSpPr>
            <a:spLocks noGrp="1"/>
          </p:cNvSpPr>
          <p:nvPr>
            <p:ph idx="1"/>
          </p:nvPr>
        </p:nvSpPr>
        <p:spPr>
          <a:xfrm>
            <a:off x="457200" y="1676400"/>
            <a:ext cx="8686800" cy="3693458"/>
          </a:xfrm>
        </p:spPr>
        <p:txBody>
          <a:bodyPr>
            <a:noAutofit/>
          </a:bodyPr>
          <a:lstStyle/>
          <a:p>
            <a:pPr marL="0" indent="0">
              <a:buNone/>
            </a:pPr>
            <a:r>
              <a:rPr lang="en-US" sz="2000" dirty="0">
                <a:effectLst/>
              </a:rPr>
              <a:t>The idea goes all the way back to the ancient Greek philosopher Aristotle. He asked: "What are the rules for correct, logical thinking?" He started figuring out the basic patterns that make an argument valid or true. This study of logic became a huge part of the foundation for AI.</a:t>
            </a:r>
          </a:p>
          <a:p>
            <a:pPr marL="0" lvl="0" indent="0">
              <a:spcAft>
                <a:spcPts val="0"/>
              </a:spcAft>
              <a:buNone/>
              <a:defRPr/>
            </a:pPr>
            <a:r>
              <a:rPr lang="en-US" sz="2000" dirty="0">
                <a:effectLst/>
              </a:rPr>
              <a:t> - Not Everything is Logical: A lot of intelligent behavior isn't based on cold, hard logic. For example, recognizing a friend's face, catching a ball, or making a quick decision in a crisis don't involve conscious logical step-by-step reasoning. They are faster, more intuitive, and often based on experience or senses—things that are hard to capture with pure logic.</a:t>
            </a:r>
          </a:p>
          <a:p>
            <a:pPr marL="0" lvl="0" indent="0">
              <a:spcAft>
                <a:spcPts val="0"/>
              </a:spcAft>
              <a:buNone/>
              <a:defRPr/>
            </a:pPr>
            <a:r>
              <a:rPr lang="en-US" sz="2000" dirty="0">
                <a:effectLst/>
              </a:rPr>
              <a:t>It Lacks Purpose: Logic can tell you how to think correctly, but it can't tell you what to think about or why. It doesn't define a goal. A logical machine might be able to prove a theorem perfectly, but it would have no reason to do so unless we gave it a purpose (like "solve this problem to help a human").</a:t>
            </a:r>
          </a:p>
        </p:txBody>
      </p:sp>
    </p:spTree>
    <p:extLst>
      <p:ext uri="{BB962C8B-B14F-4D97-AF65-F5344CB8AC3E}">
        <p14:creationId xmlns:p14="http://schemas.microsoft.com/office/powerpoint/2010/main" val="27458401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Acting Rationally: Rational Agent</a:t>
            </a:r>
          </a:p>
        </p:txBody>
      </p:sp>
      <p:sp>
        <p:nvSpPr>
          <p:cNvPr id="3" name="Content Placeholder 2"/>
          <p:cNvSpPr>
            <a:spLocks noGrp="1"/>
          </p:cNvSpPr>
          <p:nvPr>
            <p:ph idx="1"/>
          </p:nvPr>
        </p:nvSpPr>
        <p:spPr>
          <a:xfrm>
            <a:off x="712788" y="3012142"/>
            <a:ext cx="8202612" cy="3845858"/>
          </a:xfrm>
        </p:spPr>
        <p:txBody>
          <a:bodyPr>
            <a:normAutofit/>
          </a:bodyPr>
          <a:lstStyle/>
          <a:p>
            <a:r>
              <a:rPr lang="en-US" dirty="0">
                <a:effectLst/>
              </a:rPr>
              <a:t> </a:t>
            </a:r>
            <a:r>
              <a:rPr lang="en-US" dirty="0">
                <a:solidFill>
                  <a:srgbClr val="FF0000"/>
                </a:solidFill>
                <a:effectLst/>
              </a:rPr>
              <a:t>Rational</a:t>
            </a:r>
            <a:r>
              <a:rPr lang="en-US" dirty="0">
                <a:effectLst/>
              </a:rPr>
              <a:t> behavior: doing the </a:t>
            </a:r>
            <a:r>
              <a:rPr lang="en-US" dirty="0">
                <a:solidFill>
                  <a:srgbClr val="002060"/>
                </a:solidFill>
                <a:effectLst/>
              </a:rPr>
              <a:t>right thing</a:t>
            </a:r>
          </a:p>
          <a:p>
            <a:r>
              <a:rPr lang="en-US" dirty="0">
                <a:effectLst/>
              </a:rPr>
              <a:t>The </a:t>
            </a:r>
            <a:r>
              <a:rPr lang="en-US" dirty="0">
                <a:solidFill>
                  <a:srgbClr val="FFC000"/>
                </a:solidFill>
                <a:effectLst/>
              </a:rPr>
              <a:t>right thing</a:t>
            </a:r>
            <a:r>
              <a:rPr lang="en-US" dirty="0">
                <a:effectLst/>
              </a:rPr>
              <a:t>: that which is expected </a:t>
            </a:r>
            <a:r>
              <a:rPr lang="en-US" dirty="0">
                <a:solidFill>
                  <a:srgbClr val="002060"/>
                </a:solidFill>
                <a:effectLst/>
              </a:rPr>
              <a:t>to maximize goal achievement</a:t>
            </a:r>
            <a:r>
              <a:rPr lang="en-US" dirty="0">
                <a:effectLst/>
              </a:rPr>
              <a:t>, given the available information</a:t>
            </a:r>
          </a:p>
          <a:p>
            <a:r>
              <a:rPr lang="en-US" dirty="0">
                <a:effectLst/>
              </a:rPr>
              <a:t>Doesn't necessarily involve thinking – e.g., </a:t>
            </a:r>
            <a:r>
              <a:rPr lang="en-US" dirty="0">
                <a:solidFill>
                  <a:srgbClr val="002060"/>
                </a:solidFill>
                <a:effectLst/>
              </a:rPr>
              <a:t>blinking reflex </a:t>
            </a:r>
            <a:r>
              <a:rPr lang="en-US" dirty="0">
                <a:effectLst/>
              </a:rPr>
              <a:t>– but  thinking should be in the service of rational action</a:t>
            </a:r>
          </a:p>
          <a:p>
            <a:endParaRPr lang="en-US" dirty="0">
              <a:effectLst/>
            </a:endParaRPr>
          </a:p>
        </p:txBody>
      </p:sp>
    </p:spTree>
    <p:extLst>
      <p:ext uri="{BB962C8B-B14F-4D97-AF65-F5344CB8AC3E}">
        <p14:creationId xmlns:p14="http://schemas.microsoft.com/office/powerpoint/2010/main" val="412268969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Rational Agents</a:t>
            </a:r>
          </a:p>
        </p:txBody>
      </p:sp>
      <p:sp>
        <p:nvSpPr>
          <p:cNvPr id="3" name="Content Placeholder 2"/>
          <p:cNvSpPr>
            <a:spLocks noGrp="1"/>
          </p:cNvSpPr>
          <p:nvPr>
            <p:ph idx="1"/>
          </p:nvPr>
        </p:nvSpPr>
        <p:spPr>
          <a:xfrm>
            <a:off x="712788" y="2971800"/>
            <a:ext cx="7716838" cy="3962400"/>
          </a:xfrm>
        </p:spPr>
        <p:txBody>
          <a:bodyPr>
            <a:normAutofit/>
          </a:bodyPr>
          <a:lstStyle/>
          <a:p>
            <a:r>
              <a:rPr lang="en-US" sz="2000" dirty="0">
                <a:effectLst/>
              </a:rPr>
              <a:t>An </a:t>
            </a:r>
            <a:r>
              <a:rPr lang="en-US" sz="2000" b="1" dirty="0">
                <a:solidFill>
                  <a:srgbClr val="FFFF00"/>
                </a:solidFill>
                <a:effectLst/>
              </a:rPr>
              <a:t>agent</a:t>
            </a:r>
            <a:r>
              <a:rPr lang="en-US" sz="2000" b="1" dirty="0">
                <a:effectLst/>
              </a:rPr>
              <a:t> </a:t>
            </a:r>
            <a:r>
              <a:rPr lang="en-US" sz="2000" dirty="0">
                <a:effectLst/>
              </a:rPr>
              <a:t>is just something that acts (</a:t>
            </a:r>
            <a:r>
              <a:rPr lang="en-US" sz="2000" i="1" dirty="0">
                <a:solidFill>
                  <a:srgbClr val="002060"/>
                </a:solidFill>
                <a:effectLst/>
              </a:rPr>
              <a:t>agent  </a:t>
            </a:r>
            <a:r>
              <a:rPr lang="en-US" sz="2000" dirty="0">
                <a:solidFill>
                  <a:srgbClr val="002060"/>
                </a:solidFill>
                <a:effectLst/>
              </a:rPr>
              <a:t>comes from the Latin </a:t>
            </a:r>
            <a:r>
              <a:rPr lang="en-US" sz="2000" i="1" dirty="0" err="1">
                <a:solidFill>
                  <a:srgbClr val="002060"/>
                </a:solidFill>
                <a:effectLst/>
              </a:rPr>
              <a:t>agere</a:t>
            </a:r>
            <a:r>
              <a:rPr lang="en-US" sz="2000" dirty="0">
                <a:effectLst/>
              </a:rPr>
              <a:t>, </a:t>
            </a:r>
            <a:r>
              <a:rPr lang="en-US" sz="2000" dirty="0">
                <a:solidFill>
                  <a:srgbClr val="147624"/>
                </a:solidFill>
                <a:effectLst/>
              </a:rPr>
              <a:t>to do</a:t>
            </a:r>
            <a:r>
              <a:rPr lang="en-US" sz="2000" dirty="0">
                <a:effectLst/>
              </a:rPr>
              <a:t>). </a:t>
            </a:r>
          </a:p>
          <a:p>
            <a:r>
              <a:rPr lang="en-US" sz="2000" dirty="0">
                <a:effectLst/>
              </a:rPr>
              <a:t>Of course, all computer programs do something, but computer agents are expected to do more: operate autonomously, perceive their environment, persist over a prolonged time period, adapt to change, and create and pursue goals. </a:t>
            </a:r>
          </a:p>
          <a:p>
            <a:r>
              <a:rPr lang="en-US" sz="2000" dirty="0">
                <a:effectLst/>
              </a:rPr>
              <a:t>A </a:t>
            </a:r>
            <a:r>
              <a:rPr lang="en-US" sz="2000" b="1" dirty="0">
                <a:solidFill>
                  <a:srgbClr val="002060"/>
                </a:solidFill>
                <a:effectLst/>
              </a:rPr>
              <a:t>rational agent</a:t>
            </a:r>
            <a:r>
              <a:rPr lang="en-US" sz="2000" b="1" dirty="0">
                <a:effectLst/>
              </a:rPr>
              <a:t> </a:t>
            </a:r>
            <a:r>
              <a:rPr lang="en-US" sz="2000" dirty="0">
                <a:effectLst/>
              </a:rPr>
              <a:t>is one that </a:t>
            </a:r>
            <a:r>
              <a:rPr lang="en-US" sz="2000" dirty="0">
                <a:solidFill>
                  <a:srgbClr val="FFFF00"/>
                </a:solidFill>
                <a:effectLst/>
              </a:rPr>
              <a:t>acts</a:t>
            </a:r>
            <a:r>
              <a:rPr lang="en-US" sz="2000" dirty="0">
                <a:effectLst/>
              </a:rPr>
              <a:t> so as </a:t>
            </a:r>
            <a:r>
              <a:rPr lang="en-US" sz="2000" dirty="0">
                <a:solidFill>
                  <a:srgbClr val="002060"/>
                </a:solidFill>
                <a:effectLst/>
              </a:rPr>
              <a:t>to achieve</a:t>
            </a:r>
            <a:r>
              <a:rPr lang="en-US" sz="2000" dirty="0">
                <a:effectLst/>
              </a:rPr>
              <a:t> the best </a:t>
            </a:r>
            <a:r>
              <a:rPr lang="en-US" sz="2000" dirty="0">
                <a:solidFill>
                  <a:srgbClr val="002060"/>
                </a:solidFill>
                <a:effectLst/>
              </a:rPr>
              <a:t>outcome</a:t>
            </a:r>
            <a:r>
              <a:rPr lang="en-US" sz="2000" dirty="0">
                <a:effectLst/>
              </a:rPr>
              <a:t> or, when there is </a:t>
            </a:r>
            <a:r>
              <a:rPr lang="en-US" sz="2000" dirty="0">
                <a:solidFill>
                  <a:srgbClr val="002060"/>
                </a:solidFill>
                <a:effectLst/>
              </a:rPr>
              <a:t>uncertainty</a:t>
            </a:r>
            <a:r>
              <a:rPr lang="en-US" sz="2000" dirty="0">
                <a:effectLst/>
              </a:rPr>
              <a:t>, the best </a:t>
            </a:r>
            <a:r>
              <a:rPr lang="en-US" sz="2000" dirty="0">
                <a:solidFill>
                  <a:srgbClr val="002060"/>
                </a:solidFill>
                <a:effectLst/>
              </a:rPr>
              <a:t>expected outcome</a:t>
            </a:r>
            <a:r>
              <a:rPr lang="en-US" sz="2000" dirty="0">
                <a:effectLst/>
              </a:rPr>
              <a:t>.</a:t>
            </a:r>
            <a:endParaRPr lang="en-US" dirty="0">
              <a:effectLst/>
            </a:endParaRPr>
          </a:p>
        </p:txBody>
      </p:sp>
    </p:spTree>
    <p:extLst>
      <p:ext uri="{BB962C8B-B14F-4D97-AF65-F5344CB8AC3E}">
        <p14:creationId xmlns:p14="http://schemas.microsoft.com/office/powerpoint/2010/main" val="6346813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Rational Agents</a:t>
            </a:r>
          </a:p>
        </p:txBody>
      </p:sp>
      <p:sp>
        <p:nvSpPr>
          <p:cNvPr id="3" name="Content Placeholder 2"/>
          <p:cNvSpPr>
            <a:spLocks noGrp="1"/>
          </p:cNvSpPr>
          <p:nvPr>
            <p:ph idx="1"/>
          </p:nvPr>
        </p:nvSpPr>
        <p:spPr/>
        <p:txBody>
          <a:bodyPr/>
          <a:lstStyle/>
          <a:p>
            <a:pPr>
              <a:lnSpc>
                <a:spcPct val="120000"/>
              </a:lnSpc>
              <a:buFont typeface="Wingdings" panose="05000000000000000000" pitchFamily="2" charset="2"/>
              <a:buChar char="Ø"/>
            </a:pPr>
            <a:r>
              <a:rPr lang="en-US" sz="2800" dirty="0"/>
              <a:t>Caveat:</a:t>
            </a:r>
          </a:p>
          <a:p>
            <a:pPr>
              <a:lnSpc>
                <a:spcPct val="120000"/>
              </a:lnSpc>
              <a:buFont typeface="Wingdings" panose="05000000000000000000" pitchFamily="2" charset="2"/>
              <a:buChar char="q"/>
            </a:pPr>
            <a:r>
              <a:rPr lang="en-US" sz="2800" dirty="0">
                <a:solidFill>
                  <a:srgbClr val="FFFF00"/>
                </a:solidFill>
              </a:rPr>
              <a:t>Computational limitations make perfect rationality unachievable</a:t>
            </a:r>
          </a:p>
          <a:p>
            <a:pPr>
              <a:lnSpc>
                <a:spcPct val="120000"/>
              </a:lnSpc>
              <a:buFont typeface="Wingdings" panose="05000000000000000000" pitchFamily="2" charset="2"/>
              <a:buChar char="ü"/>
            </a:pPr>
            <a:r>
              <a:rPr lang="en-US" dirty="0"/>
              <a:t>Design best </a:t>
            </a:r>
            <a:r>
              <a:rPr lang="en-US" dirty="0">
                <a:solidFill>
                  <a:srgbClr val="FF0000"/>
                </a:solidFill>
              </a:rPr>
              <a:t>program</a:t>
            </a:r>
            <a:r>
              <a:rPr lang="en-US" dirty="0"/>
              <a:t> for given machine resources</a:t>
            </a:r>
            <a:endParaRPr lang="en-US" sz="2800" dirty="0"/>
          </a:p>
          <a:p>
            <a:endParaRPr lang="en-US" dirty="0"/>
          </a:p>
        </p:txBody>
      </p:sp>
    </p:spTree>
    <p:extLst>
      <p:ext uri="{BB962C8B-B14F-4D97-AF65-F5344CB8AC3E}">
        <p14:creationId xmlns:p14="http://schemas.microsoft.com/office/powerpoint/2010/main" val="3442373328"/>
      </p:ext>
    </p:extLst>
  </p:cSld>
  <p:clrMapOvr>
    <a:masterClrMapping/>
  </p:clrMapOvr>
  <mc:AlternateContent xmlns:mc="http://schemas.openxmlformats.org/markup-compatibility/2006" xmlns:p14="http://schemas.microsoft.com/office/powerpoint/2010/main">
    <mc:Choice Requires="p14">
      <p:transition spd="slow" p14:dur="1400">
        <p:blinds/>
      </p:transition>
    </mc:Choice>
    <mc:Fallback xmlns="">
      <p:transition spd="slow">
        <p:blind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Approaches to AI</a:t>
            </a:r>
          </a:p>
        </p:txBody>
      </p:sp>
      <p:sp>
        <p:nvSpPr>
          <p:cNvPr id="3" name="Content Placeholder 2"/>
          <p:cNvSpPr>
            <a:spLocks noGrp="1"/>
          </p:cNvSpPr>
          <p:nvPr>
            <p:ph idx="1"/>
          </p:nvPr>
        </p:nvSpPr>
        <p:spPr>
          <a:xfrm>
            <a:off x="712788" y="3012142"/>
            <a:ext cx="7716838" cy="3845858"/>
          </a:xfrm>
        </p:spPr>
        <p:txBody>
          <a:bodyPr>
            <a:noAutofit/>
          </a:bodyPr>
          <a:lstStyle/>
          <a:p>
            <a:r>
              <a:rPr lang="en-US" sz="2800" dirty="0">
                <a:solidFill>
                  <a:srgbClr val="FFFF00"/>
                </a:solidFill>
                <a:effectLst/>
              </a:rPr>
              <a:t>Strong AI</a:t>
            </a:r>
          </a:p>
          <a:p>
            <a:pPr lvl="1"/>
            <a:r>
              <a:rPr lang="en-US" sz="2000" dirty="0">
                <a:effectLst/>
              </a:rPr>
              <a:t>Aims to </a:t>
            </a:r>
            <a:r>
              <a:rPr lang="en-US" sz="2000" dirty="0">
                <a:solidFill>
                  <a:srgbClr val="147624"/>
                </a:solidFill>
                <a:effectLst/>
              </a:rPr>
              <a:t>build machines </a:t>
            </a:r>
            <a:r>
              <a:rPr lang="en-US" sz="2000" dirty="0">
                <a:effectLst/>
              </a:rPr>
              <a:t>that can truly </a:t>
            </a:r>
            <a:r>
              <a:rPr lang="en-US" sz="2000" dirty="0">
                <a:solidFill>
                  <a:srgbClr val="002060"/>
                </a:solidFill>
                <a:effectLst/>
              </a:rPr>
              <a:t>reason</a:t>
            </a:r>
            <a:r>
              <a:rPr lang="en-US" sz="2000" dirty="0">
                <a:effectLst/>
              </a:rPr>
              <a:t> and </a:t>
            </a:r>
            <a:r>
              <a:rPr lang="en-US" sz="2000" dirty="0">
                <a:solidFill>
                  <a:srgbClr val="002060"/>
                </a:solidFill>
                <a:effectLst/>
              </a:rPr>
              <a:t>solve problems</a:t>
            </a:r>
            <a:br>
              <a:rPr lang="en-US" sz="2000" dirty="0">
                <a:solidFill>
                  <a:srgbClr val="002060"/>
                </a:solidFill>
                <a:effectLst/>
              </a:rPr>
            </a:br>
            <a:endParaRPr lang="en-US" sz="2000" dirty="0">
              <a:solidFill>
                <a:srgbClr val="002060"/>
              </a:solidFill>
              <a:effectLst/>
            </a:endParaRPr>
          </a:p>
          <a:p>
            <a:pPr lvl="1"/>
            <a:r>
              <a:rPr lang="en-US" sz="2000" dirty="0">
                <a:solidFill>
                  <a:srgbClr val="002060"/>
                </a:solidFill>
                <a:effectLst/>
              </a:rPr>
              <a:t>Self aware</a:t>
            </a:r>
            <a:br>
              <a:rPr lang="en-US" sz="2000" dirty="0">
                <a:solidFill>
                  <a:srgbClr val="002060"/>
                </a:solidFill>
                <a:effectLst/>
              </a:rPr>
            </a:br>
            <a:endParaRPr lang="en-US" sz="2000" dirty="0">
              <a:solidFill>
                <a:srgbClr val="002060"/>
              </a:solidFill>
              <a:effectLst/>
            </a:endParaRPr>
          </a:p>
          <a:p>
            <a:pPr lvl="1"/>
            <a:r>
              <a:rPr lang="en-US" sz="2000" dirty="0">
                <a:solidFill>
                  <a:srgbClr val="147624"/>
                </a:solidFill>
                <a:effectLst/>
              </a:rPr>
              <a:t>Intellectual ability</a:t>
            </a:r>
            <a:r>
              <a:rPr lang="en-US" sz="2000" dirty="0">
                <a:effectLst/>
              </a:rPr>
              <a:t> need to be </a:t>
            </a:r>
            <a:r>
              <a:rPr lang="en-US" sz="2000" dirty="0">
                <a:solidFill>
                  <a:srgbClr val="002060"/>
                </a:solidFill>
                <a:effectLst/>
              </a:rPr>
              <a:t>indistinguishable</a:t>
            </a:r>
            <a:r>
              <a:rPr lang="en-US" sz="2000" dirty="0">
                <a:effectLst/>
              </a:rPr>
              <a:t> from that of a </a:t>
            </a:r>
            <a:r>
              <a:rPr lang="en-US" sz="2000" dirty="0">
                <a:solidFill>
                  <a:srgbClr val="002060"/>
                </a:solidFill>
                <a:effectLst/>
              </a:rPr>
              <a:t>human being</a:t>
            </a:r>
            <a:endParaRPr lang="en-US" sz="2000" dirty="0">
              <a:effectLst/>
            </a:endParaRPr>
          </a:p>
        </p:txBody>
      </p:sp>
    </p:spTree>
    <p:extLst>
      <p:ext uri="{BB962C8B-B14F-4D97-AF65-F5344CB8AC3E}">
        <p14:creationId xmlns:p14="http://schemas.microsoft.com/office/powerpoint/2010/main" val="43873585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barn(inVertical)">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barn(inVertical)">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Approaches to AI</a:t>
            </a:r>
          </a:p>
        </p:txBody>
      </p:sp>
      <p:sp>
        <p:nvSpPr>
          <p:cNvPr id="3" name="Content Placeholder 2"/>
          <p:cNvSpPr>
            <a:spLocks noGrp="1"/>
          </p:cNvSpPr>
          <p:nvPr>
            <p:ph idx="1"/>
          </p:nvPr>
        </p:nvSpPr>
        <p:spPr>
          <a:xfrm>
            <a:off x="712788" y="3012142"/>
            <a:ext cx="7716838" cy="3845858"/>
          </a:xfrm>
        </p:spPr>
        <p:txBody>
          <a:bodyPr>
            <a:normAutofit lnSpcReduction="10000"/>
          </a:bodyPr>
          <a:lstStyle/>
          <a:p>
            <a:r>
              <a:rPr lang="en-US" dirty="0">
                <a:solidFill>
                  <a:srgbClr val="FFFF00"/>
                </a:solidFill>
                <a:effectLst/>
              </a:rPr>
              <a:t>Weak AI</a:t>
            </a:r>
          </a:p>
          <a:p>
            <a:pPr lvl="1"/>
            <a:r>
              <a:rPr lang="en-US" dirty="0">
                <a:solidFill>
                  <a:srgbClr val="00B050"/>
                </a:solidFill>
                <a:effectLst/>
              </a:rPr>
              <a:t>Intelligence</a:t>
            </a:r>
            <a:r>
              <a:rPr lang="en-US" dirty="0">
                <a:effectLst/>
              </a:rPr>
              <a:t> that cannot truly </a:t>
            </a:r>
            <a:r>
              <a:rPr lang="en-US" dirty="0">
                <a:solidFill>
                  <a:srgbClr val="002060"/>
                </a:solidFill>
                <a:effectLst/>
              </a:rPr>
              <a:t>reason</a:t>
            </a:r>
            <a:r>
              <a:rPr lang="en-US" dirty="0">
                <a:effectLst/>
              </a:rPr>
              <a:t> and </a:t>
            </a:r>
            <a:r>
              <a:rPr lang="en-US" dirty="0">
                <a:solidFill>
                  <a:srgbClr val="002060"/>
                </a:solidFill>
                <a:effectLst/>
              </a:rPr>
              <a:t>solve problems</a:t>
            </a:r>
          </a:p>
          <a:p>
            <a:pPr lvl="1"/>
            <a:r>
              <a:rPr lang="en-US" dirty="0">
                <a:solidFill>
                  <a:srgbClr val="00B050"/>
                </a:solidFill>
                <a:effectLst/>
              </a:rPr>
              <a:t>Acts</a:t>
            </a:r>
            <a:r>
              <a:rPr lang="en-US" dirty="0">
                <a:effectLst/>
              </a:rPr>
              <a:t> as if it were </a:t>
            </a:r>
            <a:r>
              <a:rPr lang="en-US" dirty="0">
                <a:solidFill>
                  <a:srgbClr val="002060"/>
                </a:solidFill>
                <a:effectLst/>
              </a:rPr>
              <a:t>intelligent</a:t>
            </a:r>
          </a:p>
          <a:p>
            <a:r>
              <a:rPr lang="en-US" dirty="0">
                <a:solidFill>
                  <a:srgbClr val="FFFF00"/>
                </a:solidFill>
                <a:effectLst/>
              </a:rPr>
              <a:t>Applied AI</a:t>
            </a:r>
          </a:p>
          <a:p>
            <a:pPr lvl="1" algn="just"/>
            <a:r>
              <a:rPr lang="en-US" dirty="0">
                <a:effectLst/>
              </a:rPr>
              <a:t>Aims to produce </a:t>
            </a:r>
            <a:r>
              <a:rPr lang="en-US" dirty="0">
                <a:solidFill>
                  <a:srgbClr val="00B050"/>
                </a:solidFill>
                <a:effectLst/>
              </a:rPr>
              <a:t>commercially</a:t>
            </a:r>
            <a:r>
              <a:rPr lang="en-US" dirty="0">
                <a:effectLst/>
              </a:rPr>
              <a:t> viable "</a:t>
            </a:r>
            <a:r>
              <a:rPr lang="en-US" dirty="0">
                <a:solidFill>
                  <a:srgbClr val="002060"/>
                </a:solidFill>
                <a:effectLst/>
              </a:rPr>
              <a:t>smart</a:t>
            </a:r>
            <a:r>
              <a:rPr lang="en-US" dirty="0">
                <a:effectLst/>
              </a:rPr>
              <a:t>" </a:t>
            </a:r>
            <a:r>
              <a:rPr lang="en-US" dirty="0">
                <a:solidFill>
                  <a:srgbClr val="002060"/>
                </a:solidFill>
                <a:effectLst/>
              </a:rPr>
              <a:t>systems</a:t>
            </a:r>
            <a:r>
              <a:rPr lang="en-US" dirty="0">
                <a:effectLst/>
              </a:rPr>
              <a:t> such as, for example, a security system that is able to </a:t>
            </a:r>
            <a:r>
              <a:rPr lang="en-US" dirty="0">
                <a:solidFill>
                  <a:srgbClr val="002060"/>
                </a:solidFill>
                <a:effectLst/>
              </a:rPr>
              <a:t>recognize the faces </a:t>
            </a:r>
            <a:r>
              <a:rPr lang="en-US" dirty="0">
                <a:effectLst/>
              </a:rPr>
              <a:t>of people who are permitted to enter a particular </a:t>
            </a:r>
            <a:r>
              <a:rPr lang="en-US" dirty="0">
                <a:solidFill>
                  <a:srgbClr val="002060"/>
                </a:solidFill>
                <a:effectLst/>
              </a:rPr>
              <a:t>building</a:t>
            </a:r>
            <a:r>
              <a:rPr lang="en-US" dirty="0">
                <a:effectLst/>
              </a:rPr>
              <a:t>. </a:t>
            </a:r>
          </a:p>
        </p:txBody>
      </p:sp>
    </p:spTree>
    <p:extLst>
      <p:ext uri="{BB962C8B-B14F-4D97-AF65-F5344CB8AC3E}">
        <p14:creationId xmlns:p14="http://schemas.microsoft.com/office/powerpoint/2010/main" val="1856009549"/>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barn(inVertical)">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circle(in)">
                                      <p:cBhvr>
                                        <p:cTn id="31"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Approaches to AI</a:t>
            </a:r>
            <a:endParaRPr lang="en-US" dirty="0"/>
          </a:p>
        </p:txBody>
      </p:sp>
      <p:sp>
        <p:nvSpPr>
          <p:cNvPr id="3" name="Content Placeholder 2"/>
          <p:cNvSpPr>
            <a:spLocks noGrp="1"/>
          </p:cNvSpPr>
          <p:nvPr>
            <p:ph idx="1"/>
          </p:nvPr>
        </p:nvSpPr>
        <p:spPr>
          <a:xfrm>
            <a:off x="712788" y="3012142"/>
            <a:ext cx="7716838" cy="4074458"/>
          </a:xfrm>
        </p:spPr>
        <p:txBody>
          <a:bodyPr/>
          <a:lstStyle/>
          <a:p>
            <a:r>
              <a:rPr lang="en-US" dirty="0">
                <a:solidFill>
                  <a:srgbClr val="FFFF00"/>
                </a:solidFill>
                <a:effectLst/>
              </a:rPr>
              <a:t>Cognitive AI</a:t>
            </a:r>
          </a:p>
          <a:p>
            <a:pPr lvl="1"/>
            <a:r>
              <a:rPr lang="en-US" dirty="0">
                <a:effectLst/>
              </a:rPr>
              <a:t> </a:t>
            </a:r>
            <a:r>
              <a:rPr lang="en-US" dirty="0">
                <a:solidFill>
                  <a:srgbClr val="147624"/>
                </a:solidFill>
                <a:effectLst/>
              </a:rPr>
              <a:t>Computers</a:t>
            </a:r>
            <a:r>
              <a:rPr lang="en-US" dirty="0">
                <a:effectLst/>
              </a:rPr>
              <a:t> are used to </a:t>
            </a:r>
            <a:r>
              <a:rPr lang="en-US" dirty="0">
                <a:solidFill>
                  <a:srgbClr val="002060"/>
                </a:solidFill>
                <a:effectLst/>
              </a:rPr>
              <a:t>test theories</a:t>
            </a:r>
            <a:r>
              <a:rPr lang="en-US" dirty="0">
                <a:effectLst/>
              </a:rPr>
              <a:t> about how the </a:t>
            </a:r>
            <a:r>
              <a:rPr lang="en-US" dirty="0">
                <a:solidFill>
                  <a:srgbClr val="002060"/>
                </a:solidFill>
                <a:effectLst/>
              </a:rPr>
              <a:t>human mind works</a:t>
            </a:r>
            <a:r>
              <a:rPr lang="en-US" dirty="0">
                <a:effectLst/>
              </a:rPr>
              <a:t/>
            </a:r>
            <a:br>
              <a:rPr lang="en-US" dirty="0">
                <a:effectLst/>
              </a:rPr>
            </a:br>
            <a:endParaRPr lang="en-US" dirty="0">
              <a:effectLst/>
            </a:endParaRPr>
          </a:p>
          <a:p>
            <a:pPr lvl="1"/>
            <a:r>
              <a:rPr lang="en-US" dirty="0">
                <a:solidFill>
                  <a:srgbClr val="FFFF00"/>
                </a:solidFill>
                <a:effectLst/>
              </a:rPr>
              <a:t>For example, </a:t>
            </a:r>
          </a:p>
          <a:p>
            <a:pPr lvl="2"/>
            <a:r>
              <a:rPr lang="en-US" dirty="0">
                <a:effectLst/>
              </a:rPr>
              <a:t>Theories about how we </a:t>
            </a:r>
            <a:r>
              <a:rPr lang="en-US" dirty="0">
                <a:solidFill>
                  <a:srgbClr val="002060"/>
                </a:solidFill>
                <a:effectLst/>
              </a:rPr>
              <a:t>recognize faces</a:t>
            </a:r>
            <a:r>
              <a:rPr lang="en-US" dirty="0">
                <a:effectLst/>
              </a:rPr>
              <a:t> and other </a:t>
            </a:r>
            <a:r>
              <a:rPr lang="en-US" dirty="0">
                <a:solidFill>
                  <a:srgbClr val="002060"/>
                </a:solidFill>
                <a:effectLst/>
              </a:rPr>
              <a:t>objects</a:t>
            </a:r>
          </a:p>
          <a:p>
            <a:pPr lvl="2"/>
            <a:r>
              <a:rPr lang="en-US" dirty="0">
                <a:effectLst/>
              </a:rPr>
              <a:t>About how we </a:t>
            </a:r>
            <a:r>
              <a:rPr lang="en-US" dirty="0">
                <a:solidFill>
                  <a:srgbClr val="002060"/>
                </a:solidFill>
                <a:effectLst/>
              </a:rPr>
              <a:t>solve </a:t>
            </a:r>
            <a:r>
              <a:rPr lang="en-US" dirty="0">
                <a:effectLst/>
              </a:rPr>
              <a:t>abstract </a:t>
            </a:r>
            <a:r>
              <a:rPr lang="en-US" dirty="0">
                <a:solidFill>
                  <a:srgbClr val="002060"/>
                </a:solidFill>
                <a:effectLst/>
              </a:rPr>
              <a:t>problems</a:t>
            </a:r>
            <a:r>
              <a:rPr lang="en-US" dirty="0">
                <a:effectLst/>
              </a:rPr>
              <a:t>. </a:t>
            </a:r>
          </a:p>
        </p:txBody>
      </p:sp>
    </p:spTree>
    <p:extLst>
      <p:ext uri="{BB962C8B-B14F-4D97-AF65-F5344CB8AC3E}">
        <p14:creationId xmlns:p14="http://schemas.microsoft.com/office/powerpoint/2010/main" val="772052432"/>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Typical AI problems </a:t>
            </a:r>
          </a:p>
        </p:txBody>
      </p:sp>
      <p:sp>
        <p:nvSpPr>
          <p:cNvPr id="3" name="Content Placeholder 2"/>
          <p:cNvSpPr>
            <a:spLocks noGrp="1"/>
          </p:cNvSpPr>
          <p:nvPr>
            <p:ph idx="1"/>
          </p:nvPr>
        </p:nvSpPr>
        <p:spPr>
          <a:xfrm>
            <a:off x="712788" y="3012142"/>
            <a:ext cx="7716838" cy="3845858"/>
          </a:xfrm>
        </p:spPr>
        <p:txBody>
          <a:bodyPr>
            <a:normAutofit lnSpcReduction="10000"/>
          </a:bodyPr>
          <a:lstStyle/>
          <a:p>
            <a:r>
              <a:rPr lang="en-US" dirty="0">
                <a:effectLst/>
              </a:rPr>
              <a:t> “</a:t>
            </a:r>
            <a:r>
              <a:rPr lang="en-US" dirty="0">
                <a:solidFill>
                  <a:srgbClr val="FFFF00"/>
                </a:solidFill>
                <a:effectLst/>
              </a:rPr>
              <a:t>Intelligent entity</a:t>
            </a:r>
            <a:r>
              <a:rPr lang="en-US" dirty="0">
                <a:effectLst/>
              </a:rPr>
              <a:t>” need to perform both “</a:t>
            </a:r>
            <a:r>
              <a:rPr lang="en-US" dirty="0">
                <a:solidFill>
                  <a:srgbClr val="002060"/>
                </a:solidFill>
                <a:effectLst/>
              </a:rPr>
              <a:t>common-place</a:t>
            </a:r>
            <a:r>
              <a:rPr lang="en-US" dirty="0">
                <a:effectLst/>
              </a:rPr>
              <a:t>” tasks as well as </a:t>
            </a:r>
            <a:r>
              <a:rPr lang="en-US" dirty="0">
                <a:solidFill>
                  <a:srgbClr val="002060"/>
                </a:solidFill>
                <a:effectLst/>
              </a:rPr>
              <a:t>expert tasks</a:t>
            </a:r>
          </a:p>
          <a:p>
            <a:r>
              <a:rPr lang="en-US" dirty="0">
                <a:effectLst/>
              </a:rPr>
              <a:t>Common task are done routinely by people and some other animals.  </a:t>
            </a:r>
          </a:p>
          <a:p>
            <a:r>
              <a:rPr lang="en-US" dirty="0">
                <a:effectLst/>
              </a:rPr>
              <a:t>Common task examples</a:t>
            </a:r>
          </a:p>
          <a:p>
            <a:pPr lvl="1"/>
            <a:r>
              <a:rPr lang="en-US" dirty="0">
                <a:solidFill>
                  <a:srgbClr val="002060"/>
                </a:solidFill>
                <a:effectLst/>
              </a:rPr>
              <a:t>Recognizing people, </a:t>
            </a:r>
            <a:r>
              <a:rPr lang="en-US" dirty="0">
                <a:effectLst/>
              </a:rPr>
              <a:t>objects.</a:t>
            </a:r>
          </a:p>
          <a:p>
            <a:pPr lvl="1"/>
            <a:r>
              <a:rPr lang="en-US" dirty="0">
                <a:solidFill>
                  <a:srgbClr val="002060"/>
                </a:solidFill>
                <a:effectLst/>
              </a:rPr>
              <a:t> Communicating (</a:t>
            </a:r>
            <a:r>
              <a:rPr lang="en-US" dirty="0">
                <a:effectLst/>
              </a:rPr>
              <a:t>through natural language</a:t>
            </a:r>
            <a:r>
              <a:rPr lang="en-US" dirty="0">
                <a:solidFill>
                  <a:srgbClr val="002060"/>
                </a:solidFill>
                <a:effectLst/>
              </a:rPr>
              <a:t>)</a:t>
            </a:r>
          </a:p>
          <a:p>
            <a:pPr lvl="1"/>
            <a:r>
              <a:rPr lang="en-US" dirty="0">
                <a:solidFill>
                  <a:srgbClr val="002060"/>
                </a:solidFill>
                <a:effectLst/>
              </a:rPr>
              <a:t>Navigating around obstacles on the streets </a:t>
            </a:r>
          </a:p>
        </p:txBody>
      </p:sp>
    </p:spTree>
    <p:extLst>
      <p:ext uri="{BB962C8B-B14F-4D97-AF65-F5344CB8AC3E}">
        <p14:creationId xmlns:p14="http://schemas.microsoft.com/office/powerpoint/2010/main" val="416101805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Typical AI problems </a:t>
            </a:r>
          </a:p>
        </p:txBody>
      </p:sp>
      <p:sp>
        <p:nvSpPr>
          <p:cNvPr id="3" name="Content Placeholder 2"/>
          <p:cNvSpPr>
            <a:spLocks noGrp="1"/>
          </p:cNvSpPr>
          <p:nvPr>
            <p:ph idx="1"/>
          </p:nvPr>
        </p:nvSpPr>
        <p:spPr>
          <a:xfrm>
            <a:off x="712788" y="3012142"/>
            <a:ext cx="7716838" cy="3693458"/>
          </a:xfrm>
        </p:spPr>
        <p:txBody>
          <a:bodyPr/>
          <a:lstStyle/>
          <a:p>
            <a:r>
              <a:rPr lang="en-US" dirty="0">
                <a:solidFill>
                  <a:srgbClr val="FFFF00"/>
                </a:solidFill>
                <a:effectLst/>
              </a:rPr>
              <a:t>Expert tasks </a:t>
            </a:r>
            <a:r>
              <a:rPr lang="en-US" dirty="0">
                <a:effectLst/>
              </a:rPr>
              <a:t>cannot be done by all </a:t>
            </a:r>
            <a:r>
              <a:rPr lang="en-US" dirty="0">
                <a:solidFill>
                  <a:srgbClr val="002060"/>
                </a:solidFill>
                <a:effectLst/>
              </a:rPr>
              <a:t>people</a:t>
            </a:r>
            <a:r>
              <a:rPr lang="en-US" dirty="0">
                <a:effectLst/>
              </a:rPr>
              <a:t>, and can only be performed by skilled </a:t>
            </a:r>
            <a:r>
              <a:rPr lang="en-US" dirty="0">
                <a:solidFill>
                  <a:srgbClr val="002060"/>
                </a:solidFill>
                <a:effectLst/>
              </a:rPr>
              <a:t>specialists</a:t>
            </a:r>
            <a:r>
              <a:rPr lang="en-US" dirty="0">
                <a:effectLst/>
              </a:rPr>
              <a:t>.  </a:t>
            </a:r>
          </a:p>
          <a:p>
            <a:r>
              <a:rPr lang="en-US" dirty="0">
                <a:effectLst/>
              </a:rPr>
              <a:t>Expert tasks include</a:t>
            </a:r>
          </a:p>
          <a:p>
            <a:pPr lvl="1"/>
            <a:r>
              <a:rPr lang="en-US" dirty="0">
                <a:solidFill>
                  <a:srgbClr val="002060"/>
                </a:solidFill>
                <a:effectLst/>
              </a:rPr>
              <a:t>Medical diagnosis</a:t>
            </a:r>
          </a:p>
          <a:p>
            <a:pPr lvl="1"/>
            <a:r>
              <a:rPr lang="en-US" dirty="0">
                <a:solidFill>
                  <a:srgbClr val="002060"/>
                </a:solidFill>
                <a:effectLst/>
              </a:rPr>
              <a:t> Mathematical problem solving </a:t>
            </a:r>
          </a:p>
          <a:p>
            <a:pPr lvl="1"/>
            <a:r>
              <a:rPr lang="en-US" dirty="0">
                <a:solidFill>
                  <a:srgbClr val="002060"/>
                </a:solidFill>
                <a:effectLst/>
              </a:rPr>
              <a:t>Playing games like chess</a:t>
            </a:r>
          </a:p>
        </p:txBody>
      </p:sp>
    </p:spTree>
    <p:extLst>
      <p:ext uri="{BB962C8B-B14F-4D97-AF65-F5344CB8AC3E}">
        <p14:creationId xmlns:p14="http://schemas.microsoft.com/office/powerpoint/2010/main" val="346833959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barn(inVertical)">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barn(inVertical)">
                                      <p:cBhvr>
                                        <p:cTn id="2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Intelligent </a:t>
            </a:r>
            <a:r>
              <a:rPr lang="en-US" sz="4400" dirty="0" err="1"/>
              <a:t>Behaviour</a:t>
            </a:r>
            <a:r>
              <a:rPr lang="en-US" sz="4400" dirty="0"/>
              <a:t> </a:t>
            </a:r>
          </a:p>
        </p:txBody>
      </p:sp>
      <p:sp>
        <p:nvSpPr>
          <p:cNvPr id="3" name="Content Placeholder 2"/>
          <p:cNvSpPr>
            <a:spLocks noGrp="1"/>
          </p:cNvSpPr>
          <p:nvPr>
            <p:ph idx="1"/>
          </p:nvPr>
        </p:nvSpPr>
        <p:spPr/>
        <p:txBody>
          <a:bodyPr>
            <a:normAutofit fontScale="92500" lnSpcReduction="10000"/>
          </a:bodyPr>
          <a:lstStyle/>
          <a:p>
            <a:r>
              <a:rPr lang="en-US" dirty="0">
                <a:solidFill>
                  <a:srgbClr val="FFFF00"/>
                </a:solidFill>
                <a:effectLst/>
              </a:rPr>
              <a:t>Perception</a:t>
            </a:r>
            <a:r>
              <a:rPr lang="en-US" dirty="0">
                <a:effectLst/>
              </a:rPr>
              <a:t> involving </a:t>
            </a:r>
            <a:r>
              <a:rPr lang="en-US" dirty="0">
                <a:solidFill>
                  <a:srgbClr val="002060"/>
                </a:solidFill>
                <a:effectLst/>
              </a:rPr>
              <a:t>image recognition</a:t>
            </a:r>
            <a:r>
              <a:rPr lang="en-US" dirty="0">
                <a:effectLst/>
              </a:rPr>
              <a:t> and </a:t>
            </a:r>
            <a:r>
              <a:rPr lang="en-US" dirty="0">
                <a:solidFill>
                  <a:srgbClr val="002060"/>
                </a:solidFill>
                <a:effectLst/>
              </a:rPr>
              <a:t>computer vision</a:t>
            </a:r>
          </a:p>
          <a:p>
            <a:r>
              <a:rPr lang="en-US" dirty="0">
                <a:solidFill>
                  <a:srgbClr val="002060"/>
                </a:solidFill>
                <a:effectLst/>
              </a:rPr>
              <a:t>Reasoning</a:t>
            </a:r>
            <a:r>
              <a:rPr lang="en-US" dirty="0">
                <a:effectLst/>
              </a:rPr>
              <a:t> (With information we have)</a:t>
            </a:r>
          </a:p>
          <a:p>
            <a:r>
              <a:rPr lang="en-US" dirty="0">
                <a:effectLst/>
              </a:rPr>
              <a:t>Learning </a:t>
            </a:r>
          </a:p>
          <a:p>
            <a:r>
              <a:rPr lang="en-US" dirty="0">
                <a:solidFill>
                  <a:srgbClr val="002060"/>
                </a:solidFill>
                <a:effectLst/>
              </a:rPr>
              <a:t>Understanding</a:t>
            </a:r>
            <a:r>
              <a:rPr lang="en-US" dirty="0">
                <a:effectLst/>
              </a:rPr>
              <a:t> language involving natural language processing, </a:t>
            </a:r>
            <a:r>
              <a:rPr lang="en-US" dirty="0">
                <a:solidFill>
                  <a:srgbClr val="00B050"/>
                </a:solidFill>
                <a:effectLst/>
              </a:rPr>
              <a:t>speech processing</a:t>
            </a:r>
          </a:p>
          <a:p>
            <a:r>
              <a:rPr lang="en-US" dirty="0">
                <a:solidFill>
                  <a:srgbClr val="002060"/>
                </a:solidFill>
                <a:effectLst/>
              </a:rPr>
              <a:t>Solving problems</a:t>
            </a:r>
          </a:p>
        </p:txBody>
      </p:sp>
    </p:spTree>
    <p:extLst>
      <p:ext uri="{BB962C8B-B14F-4D97-AF65-F5344CB8AC3E}">
        <p14:creationId xmlns:p14="http://schemas.microsoft.com/office/powerpoint/2010/main" val="353042798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circle(in)">
                                      <p:cBhvr>
                                        <p:cTn id="24" dur="20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barn(inVertical)">
                                      <p:cBhvr>
                                        <p:cTn id="2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 DOs </a:t>
            </a:r>
          </a:p>
        </p:txBody>
      </p:sp>
      <p:sp>
        <p:nvSpPr>
          <p:cNvPr id="3" name="Content Placeholder 2"/>
          <p:cNvSpPr>
            <a:spLocks noGrp="1"/>
          </p:cNvSpPr>
          <p:nvPr>
            <p:ph idx="1"/>
          </p:nvPr>
        </p:nvSpPr>
        <p:spPr>
          <a:xfrm>
            <a:off x="712788" y="3012142"/>
            <a:ext cx="7716838" cy="3845858"/>
          </a:xfrm>
        </p:spPr>
        <p:txBody>
          <a:bodyPr>
            <a:normAutofit fontScale="92500" lnSpcReduction="20000"/>
          </a:bodyPr>
          <a:lstStyle/>
          <a:p>
            <a:pPr lvl="1"/>
            <a:r>
              <a:rPr lang="en-US" dirty="0"/>
              <a:t>In </a:t>
            </a:r>
            <a:r>
              <a:rPr lang="en-US" dirty="0">
                <a:solidFill>
                  <a:srgbClr val="002060"/>
                </a:solidFill>
              </a:rPr>
              <a:t>Computer vision</a:t>
            </a:r>
            <a:r>
              <a:rPr lang="en-US" dirty="0"/>
              <a:t>, the systems are capable of </a:t>
            </a:r>
            <a:r>
              <a:rPr lang="en-US" dirty="0">
                <a:solidFill>
                  <a:srgbClr val="002060"/>
                </a:solidFill>
              </a:rPr>
              <a:t>face recognition </a:t>
            </a:r>
          </a:p>
          <a:p>
            <a:pPr lvl="1"/>
            <a:r>
              <a:rPr lang="en-US" dirty="0"/>
              <a:t>In </a:t>
            </a:r>
            <a:r>
              <a:rPr lang="en-US" dirty="0">
                <a:solidFill>
                  <a:srgbClr val="002060"/>
                </a:solidFill>
              </a:rPr>
              <a:t>Robotics</a:t>
            </a:r>
            <a:r>
              <a:rPr lang="en-US" dirty="0"/>
              <a:t>, we have been able to make </a:t>
            </a:r>
            <a:r>
              <a:rPr lang="en-US" dirty="0">
                <a:solidFill>
                  <a:srgbClr val="002060"/>
                </a:solidFill>
              </a:rPr>
              <a:t>vehicles</a:t>
            </a:r>
            <a:r>
              <a:rPr lang="en-US" dirty="0"/>
              <a:t> that are mostly </a:t>
            </a:r>
            <a:r>
              <a:rPr lang="en-US" dirty="0">
                <a:solidFill>
                  <a:srgbClr val="002060"/>
                </a:solidFill>
              </a:rPr>
              <a:t>autonomous</a:t>
            </a:r>
            <a:r>
              <a:rPr lang="en-US" dirty="0"/>
              <a:t>.</a:t>
            </a:r>
          </a:p>
          <a:p>
            <a:pPr lvl="1"/>
            <a:r>
              <a:rPr lang="en-US" dirty="0"/>
              <a:t> In </a:t>
            </a:r>
            <a:r>
              <a:rPr lang="en-US" dirty="0">
                <a:solidFill>
                  <a:srgbClr val="002060"/>
                </a:solidFill>
              </a:rPr>
              <a:t>Natural language processing</a:t>
            </a:r>
            <a:r>
              <a:rPr lang="en-US" dirty="0"/>
              <a:t>, we have systems that are capable of simple </a:t>
            </a:r>
            <a:r>
              <a:rPr lang="en-US" dirty="0">
                <a:solidFill>
                  <a:srgbClr val="002060"/>
                </a:solidFill>
              </a:rPr>
              <a:t>machine translation</a:t>
            </a:r>
            <a:r>
              <a:rPr lang="en-US" dirty="0"/>
              <a:t>. </a:t>
            </a:r>
          </a:p>
          <a:p>
            <a:pPr lvl="1"/>
            <a:r>
              <a:rPr lang="en-US" dirty="0"/>
              <a:t>Today’s </a:t>
            </a:r>
            <a:r>
              <a:rPr lang="en-US" dirty="0">
                <a:solidFill>
                  <a:srgbClr val="002060"/>
                </a:solidFill>
              </a:rPr>
              <a:t>Expert systems </a:t>
            </a:r>
            <a:r>
              <a:rPr lang="en-US" dirty="0"/>
              <a:t>can carry out </a:t>
            </a:r>
            <a:r>
              <a:rPr lang="en-US" dirty="0">
                <a:solidFill>
                  <a:srgbClr val="002060"/>
                </a:solidFill>
              </a:rPr>
              <a:t>medical diagnosis</a:t>
            </a:r>
            <a:r>
              <a:rPr lang="en-US" dirty="0"/>
              <a:t> in a narrow domain </a:t>
            </a:r>
          </a:p>
          <a:p>
            <a:pPr lvl="1"/>
            <a:r>
              <a:rPr lang="en-US" dirty="0"/>
              <a:t>The </a:t>
            </a:r>
            <a:r>
              <a:rPr lang="en-US" dirty="0">
                <a:solidFill>
                  <a:srgbClr val="002060"/>
                </a:solidFill>
              </a:rPr>
              <a:t>Learning systems</a:t>
            </a:r>
            <a:r>
              <a:rPr lang="en-US" dirty="0"/>
              <a:t> are capable of doing </a:t>
            </a:r>
            <a:r>
              <a:rPr lang="en-US" dirty="0">
                <a:solidFill>
                  <a:srgbClr val="002060"/>
                </a:solidFill>
              </a:rPr>
              <a:t>text categorization </a:t>
            </a:r>
            <a:r>
              <a:rPr lang="en-US" dirty="0"/>
              <a:t>into about a </a:t>
            </a:r>
            <a:r>
              <a:rPr lang="en-US" dirty="0">
                <a:solidFill>
                  <a:srgbClr val="002060"/>
                </a:solidFill>
              </a:rPr>
              <a:t>1000 topics</a:t>
            </a:r>
            <a:r>
              <a:rPr lang="en-US" dirty="0"/>
              <a:t> </a:t>
            </a:r>
          </a:p>
          <a:p>
            <a:pPr lvl="1"/>
            <a:r>
              <a:rPr lang="en-US" dirty="0"/>
              <a:t> In </a:t>
            </a:r>
            <a:r>
              <a:rPr lang="en-US" dirty="0">
                <a:solidFill>
                  <a:srgbClr val="002060"/>
                </a:solidFill>
              </a:rPr>
              <a:t>Games</a:t>
            </a:r>
            <a:r>
              <a:rPr lang="en-US" dirty="0"/>
              <a:t>, AI systems can play at the  Grand Master level in </a:t>
            </a:r>
            <a:r>
              <a:rPr lang="en-US" dirty="0">
                <a:solidFill>
                  <a:srgbClr val="002060"/>
                </a:solidFill>
              </a:rPr>
              <a:t>chess</a:t>
            </a:r>
            <a:r>
              <a:rPr lang="en-US" dirty="0"/>
              <a:t> (world champion), checkers, etc.  </a:t>
            </a:r>
          </a:p>
        </p:txBody>
      </p:sp>
    </p:spTree>
    <p:extLst>
      <p:ext uri="{BB962C8B-B14F-4D97-AF65-F5344CB8AC3E}">
        <p14:creationId xmlns:p14="http://schemas.microsoft.com/office/powerpoint/2010/main" val="102782582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down)">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barn(inVertical)">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 DON’Ts</a:t>
            </a:r>
          </a:p>
        </p:txBody>
      </p:sp>
      <p:sp>
        <p:nvSpPr>
          <p:cNvPr id="3" name="Content Placeholder 2"/>
          <p:cNvSpPr>
            <a:spLocks noGrp="1"/>
          </p:cNvSpPr>
          <p:nvPr>
            <p:ph idx="1"/>
          </p:nvPr>
        </p:nvSpPr>
        <p:spPr/>
        <p:txBody>
          <a:bodyPr>
            <a:normAutofit fontScale="92500" lnSpcReduction="20000"/>
          </a:bodyPr>
          <a:lstStyle/>
          <a:p>
            <a:r>
              <a:rPr lang="en-US" dirty="0">
                <a:effectLst/>
              </a:rPr>
              <a:t> </a:t>
            </a:r>
            <a:r>
              <a:rPr lang="en-US" dirty="0">
                <a:solidFill>
                  <a:srgbClr val="002060"/>
                </a:solidFill>
                <a:effectLst/>
              </a:rPr>
              <a:t>Understand</a:t>
            </a:r>
            <a:r>
              <a:rPr lang="en-US" dirty="0">
                <a:effectLst/>
              </a:rPr>
              <a:t> natural language robustly (e.g., read and </a:t>
            </a:r>
            <a:r>
              <a:rPr lang="en-US" dirty="0">
                <a:solidFill>
                  <a:srgbClr val="002060"/>
                </a:solidFill>
                <a:effectLst/>
              </a:rPr>
              <a:t>understand articles in a newspaper</a:t>
            </a:r>
            <a:r>
              <a:rPr lang="en-US" dirty="0">
                <a:effectLst/>
              </a:rPr>
              <a:t>)</a:t>
            </a:r>
          </a:p>
          <a:p>
            <a:r>
              <a:rPr lang="en-US" dirty="0">
                <a:effectLst/>
              </a:rPr>
              <a:t>Surf the web </a:t>
            </a:r>
          </a:p>
          <a:p>
            <a:r>
              <a:rPr lang="en-US" dirty="0">
                <a:solidFill>
                  <a:srgbClr val="002060"/>
                </a:solidFill>
                <a:effectLst/>
              </a:rPr>
              <a:t>Interpret</a:t>
            </a:r>
            <a:r>
              <a:rPr lang="en-US" dirty="0">
                <a:effectLst/>
              </a:rPr>
              <a:t> an arbitrary </a:t>
            </a:r>
            <a:r>
              <a:rPr lang="en-US" dirty="0">
                <a:solidFill>
                  <a:srgbClr val="002060"/>
                </a:solidFill>
                <a:effectLst/>
              </a:rPr>
              <a:t>visual scene </a:t>
            </a:r>
          </a:p>
          <a:p>
            <a:r>
              <a:rPr lang="en-US" dirty="0">
                <a:solidFill>
                  <a:srgbClr val="002060"/>
                </a:solidFill>
                <a:effectLst/>
              </a:rPr>
              <a:t>Learn a natural language </a:t>
            </a:r>
          </a:p>
          <a:p>
            <a:r>
              <a:rPr lang="en-US" dirty="0">
                <a:effectLst/>
              </a:rPr>
              <a:t>Construct </a:t>
            </a:r>
            <a:r>
              <a:rPr lang="en-US" dirty="0">
                <a:solidFill>
                  <a:srgbClr val="002060"/>
                </a:solidFill>
                <a:effectLst/>
              </a:rPr>
              <a:t>plans</a:t>
            </a:r>
            <a:r>
              <a:rPr lang="en-US" dirty="0">
                <a:effectLst/>
              </a:rPr>
              <a:t> in dynamic </a:t>
            </a:r>
            <a:r>
              <a:rPr lang="en-US" dirty="0">
                <a:solidFill>
                  <a:srgbClr val="002060"/>
                </a:solidFill>
                <a:effectLst/>
              </a:rPr>
              <a:t>real-time domains</a:t>
            </a:r>
          </a:p>
          <a:p>
            <a:r>
              <a:rPr lang="en-US" dirty="0">
                <a:solidFill>
                  <a:srgbClr val="002060"/>
                </a:solidFill>
                <a:effectLst/>
              </a:rPr>
              <a:t>Exhibit true autonomy and intelligence </a:t>
            </a:r>
          </a:p>
        </p:txBody>
      </p:sp>
    </p:spTree>
    <p:extLst>
      <p:ext uri="{BB962C8B-B14F-4D97-AF65-F5344CB8AC3E}">
        <p14:creationId xmlns:p14="http://schemas.microsoft.com/office/powerpoint/2010/main" val="413917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t>Broad Categories of AI</a:t>
            </a:r>
            <a:endParaRPr lang="en-US" sz="4000" dirty="0"/>
          </a:p>
        </p:txBody>
      </p:sp>
      <p:sp>
        <p:nvSpPr>
          <p:cNvPr id="3" name="Content Placeholder 2"/>
          <p:cNvSpPr>
            <a:spLocks noGrp="1"/>
          </p:cNvSpPr>
          <p:nvPr>
            <p:ph idx="1"/>
          </p:nvPr>
        </p:nvSpPr>
        <p:spPr/>
        <p:txBody>
          <a:bodyPr/>
          <a:lstStyle/>
          <a:p>
            <a:pPr>
              <a:buFont typeface="Wingdings" panose="05000000000000000000" pitchFamily="2" charset="2"/>
              <a:buChar char="q"/>
            </a:pPr>
            <a:endParaRPr lang="en-US" dirty="0"/>
          </a:p>
          <a:p>
            <a:pPr>
              <a:buFont typeface="Wingdings" panose="05000000000000000000" pitchFamily="2" charset="2"/>
              <a:buChar char="q"/>
            </a:pPr>
            <a:r>
              <a:rPr lang="en-US" dirty="0"/>
              <a:t>Reasoning (logic)</a:t>
            </a:r>
          </a:p>
          <a:p>
            <a:pPr>
              <a:buFont typeface="Wingdings" panose="05000000000000000000" pitchFamily="2" charset="2"/>
              <a:buChar char="q"/>
            </a:pPr>
            <a:r>
              <a:rPr lang="en-US" dirty="0"/>
              <a:t>Representation of knowledge</a:t>
            </a:r>
          </a:p>
          <a:p>
            <a:pPr>
              <a:buFont typeface="Wingdings" panose="05000000000000000000" pitchFamily="2" charset="2"/>
              <a:buChar char="q"/>
            </a:pPr>
            <a:r>
              <a:rPr lang="en-US" dirty="0"/>
              <a:t>Planning</a:t>
            </a:r>
          </a:p>
          <a:p>
            <a:pPr>
              <a:buFont typeface="Wingdings" panose="05000000000000000000" pitchFamily="2" charset="2"/>
              <a:buChar char="q"/>
            </a:pPr>
            <a:r>
              <a:rPr lang="en-US" dirty="0"/>
              <a:t>Learning</a:t>
            </a:r>
          </a:p>
        </p:txBody>
      </p:sp>
    </p:spTree>
    <p:extLst>
      <p:ext uri="{BB962C8B-B14F-4D97-AF65-F5344CB8AC3E}">
        <p14:creationId xmlns:p14="http://schemas.microsoft.com/office/powerpoint/2010/main" val="3199186082"/>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Areas</a:t>
            </a:r>
          </a:p>
        </p:txBody>
      </p:sp>
      <p:sp>
        <p:nvSpPr>
          <p:cNvPr id="3" name="Content Placeholder 2"/>
          <p:cNvSpPr>
            <a:spLocks noGrp="1"/>
          </p:cNvSpPr>
          <p:nvPr>
            <p:ph idx="1"/>
          </p:nvPr>
        </p:nvSpPr>
        <p:spPr/>
        <p:txBody>
          <a:bodyPr>
            <a:normAutofit fontScale="85000" lnSpcReduction="20000"/>
          </a:bodyPr>
          <a:lstStyle/>
          <a:p>
            <a:r>
              <a:rPr lang="en-US" dirty="0"/>
              <a:t>Game Playing</a:t>
            </a:r>
          </a:p>
          <a:p>
            <a:r>
              <a:rPr lang="en-US" dirty="0"/>
              <a:t>Automated Reasoning and Theorem Proving</a:t>
            </a:r>
          </a:p>
          <a:p>
            <a:r>
              <a:rPr lang="en-US" dirty="0"/>
              <a:t>Expert Systems</a:t>
            </a:r>
          </a:p>
          <a:p>
            <a:r>
              <a:rPr lang="en-US" dirty="0"/>
              <a:t>Natural language Processing</a:t>
            </a:r>
          </a:p>
          <a:p>
            <a:r>
              <a:rPr lang="en-US" dirty="0"/>
              <a:t>Modeling Human Performance</a:t>
            </a:r>
          </a:p>
          <a:p>
            <a:r>
              <a:rPr lang="en-US" dirty="0"/>
              <a:t>Planning and Robotics</a:t>
            </a:r>
          </a:p>
          <a:p>
            <a:r>
              <a:rPr lang="en-US" dirty="0"/>
              <a:t>Machine Learning</a:t>
            </a:r>
          </a:p>
        </p:txBody>
      </p:sp>
    </p:spTree>
    <p:extLst>
      <p:ext uri="{BB962C8B-B14F-4D97-AF65-F5344CB8AC3E}">
        <p14:creationId xmlns:p14="http://schemas.microsoft.com/office/powerpoint/2010/main" val="140316903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How - AI Languages</a:t>
            </a:r>
          </a:p>
        </p:txBody>
      </p:sp>
      <p:sp>
        <p:nvSpPr>
          <p:cNvPr id="3" name="Content Placeholder 2"/>
          <p:cNvSpPr>
            <a:spLocks noGrp="1"/>
          </p:cNvSpPr>
          <p:nvPr>
            <p:ph idx="1"/>
          </p:nvPr>
        </p:nvSpPr>
        <p:spPr>
          <a:xfrm>
            <a:off x="762000" y="3124200"/>
            <a:ext cx="7716838" cy="3388658"/>
          </a:xfrm>
        </p:spPr>
        <p:txBody>
          <a:bodyPr/>
          <a:lstStyle/>
          <a:p>
            <a:pPr>
              <a:buFont typeface="Wingdings" panose="05000000000000000000" pitchFamily="2" charset="2"/>
              <a:buChar char="q"/>
            </a:pPr>
            <a:r>
              <a:rPr lang="en-US" dirty="0">
                <a:effectLst/>
              </a:rPr>
              <a:t>LISP</a:t>
            </a:r>
          </a:p>
          <a:p>
            <a:pPr>
              <a:buFont typeface="Wingdings" panose="05000000000000000000" pitchFamily="2" charset="2"/>
              <a:buChar char="q"/>
            </a:pPr>
            <a:r>
              <a:rPr lang="en-US" dirty="0">
                <a:effectLst/>
              </a:rPr>
              <a:t>PROLOG</a:t>
            </a:r>
          </a:p>
        </p:txBody>
      </p:sp>
    </p:spTree>
    <p:extLst>
      <p:ext uri="{BB962C8B-B14F-4D97-AF65-F5344CB8AC3E}">
        <p14:creationId xmlns:p14="http://schemas.microsoft.com/office/powerpoint/2010/main" val="119470018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ot Business by Rieva Lesonsky">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Hot Business">
      <a:majorFont>
        <a:latin typeface="Arial Rounded MT Bold"/>
        <a:ea typeface=""/>
        <a:cs typeface=""/>
      </a:majorFont>
      <a:minorFont>
        <a:latin typeface="Arial Rounded MT Bold"/>
        <a:ea typeface=""/>
        <a:cs typeface=""/>
      </a:minorFont>
    </a:fontScheme>
    <a:fmtScheme name="Sky">
      <a:fillStyleLst>
        <a:solidFill>
          <a:schemeClr val="phClr"/>
        </a:solidFill>
        <a:solidFill>
          <a:schemeClr val="phClr">
            <a:alpha val="50000"/>
          </a:schemeClr>
        </a:solidFill>
        <a:gradFill rotWithShape="1">
          <a:gsLst>
            <a:gs pos="0">
              <a:schemeClr val="phClr">
                <a:shade val="30000"/>
                <a:satMod val="130000"/>
              </a:schemeClr>
            </a:gs>
            <a:gs pos="80000">
              <a:schemeClr val="phClr">
                <a:shade val="93000"/>
                <a:satMod val="130000"/>
              </a:schemeClr>
            </a:gs>
            <a:gs pos="100000">
              <a:schemeClr val="phClr">
                <a:shade val="94000"/>
                <a:satMod val="135000"/>
              </a:schemeClr>
            </a:gs>
          </a:gsLst>
          <a:lin ang="14400000" scaled="1"/>
        </a:gradFill>
      </a:fillStyleLst>
      <a:lnStyleLst>
        <a:ln w="12700" cap="flat" cmpd="sng" algn="ctr">
          <a:solidFill>
            <a:schemeClr val="phClr">
              <a:shade val="95000"/>
              <a:satMod val="105000"/>
            </a:schemeClr>
          </a:solidFill>
          <a:prstDash val="solid"/>
        </a:ln>
        <a:ln w="31750" cap="flat" cmpd="sng" algn="ctr">
          <a:solidFill>
            <a:schemeClr val="phClr"/>
          </a:solidFill>
          <a:prstDash val="solid"/>
        </a:ln>
        <a:ln w="63500" cap="flat" cmpd="sng" algn="ctr">
          <a:solidFill>
            <a:schemeClr val="phClr"/>
          </a:solidFill>
          <a:prstDash val="solid"/>
        </a:ln>
      </a:lnStyleLst>
      <a:effectStyleLst>
        <a:effectStyle>
          <a:effectLst/>
        </a:effectStyle>
        <a:effectStyle>
          <a:effectLst>
            <a:outerShdw blurRad="88900" dist="63500" dir="3000000" algn="br" rotWithShape="0">
              <a:srgbClr val="000000">
                <a:alpha val="35000"/>
              </a:srgbClr>
            </a:outerShdw>
          </a:effectLst>
        </a:effectStyle>
        <a:effectStyle>
          <a:effectLst>
            <a:innerShdw blurRad="50800" dist="25400" dir="6600000">
              <a:srgbClr val="000000">
                <a:alpha val="50000"/>
              </a:srgbClr>
            </a:innerShdw>
            <a:reflection blurRad="12700" stA="26000" endPos="28000" dist="38100" dir="5400000" sy="-100000" rotWithShape="0"/>
          </a:effectLst>
        </a:effectStyle>
      </a:effectStyleLst>
      <a:bgFillStyleLst>
        <a:solidFill>
          <a:schemeClr val="phClr"/>
        </a:solidFill>
        <a:gradFill rotWithShape="1">
          <a:gsLst>
            <a:gs pos="0">
              <a:schemeClr val="phClr">
                <a:tint val="100000"/>
                <a:satMod val="140000"/>
                <a:lumMod val="105000"/>
              </a:schemeClr>
            </a:gs>
            <a:gs pos="100000">
              <a:schemeClr val="phClr">
                <a:shade val="20000"/>
                <a:satMod val="250000"/>
                <a:lumMod val="110000"/>
              </a:schemeClr>
            </a:gs>
          </a:gsLst>
          <a:path path="circle">
            <a:fillToRect l="50000" t="50000" r="50000" b="50000"/>
          </a:path>
        </a:gradFill>
        <a:gradFill rotWithShape="1">
          <a:gsLst>
            <a:gs pos="0">
              <a:schemeClr val="phClr">
                <a:tint val="80000"/>
                <a:satMod val="300000"/>
              </a:schemeClr>
            </a:gs>
            <a:gs pos="100000">
              <a:schemeClr val="phClr">
                <a:shade val="30000"/>
                <a:satMod val="200000"/>
              </a:schemeClr>
            </a:gs>
          </a:gsLst>
          <a:lin ang="5400000" scaled="0"/>
        </a:gradFill>
      </a:bgFillStyleLst>
    </a:fmtScheme>
  </a:themeElements>
  <a:objectDefaults/>
  <a:extraClrSchemeLst/>
</a:theme>
</file>

<file path=ppt/theme/theme2.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Hot Business by Rieva Lesonsky.potx</Template>
  <TotalTime>3091</TotalTime>
  <Words>2513</Words>
  <Application>Microsoft Office PowerPoint</Application>
  <PresentationFormat>On-screen Show (4:3)</PresentationFormat>
  <Paragraphs>191</Paragraphs>
  <Slides>29</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Arial</vt:lpstr>
      <vt:lpstr>Arial Rounded MT Bold</vt:lpstr>
      <vt:lpstr>Calibri</vt:lpstr>
      <vt:lpstr>Calibri Light</vt:lpstr>
      <vt:lpstr>Times New Roman</vt:lpstr>
      <vt:lpstr>Wingdings</vt:lpstr>
      <vt:lpstr>Wingdings 2</vt:lpstr>
      <vt:lpstr>Hot Business by Rieva Lesonsky</vt:lpstr>
      <vt:lpstr>HDOfficeLightV0</vt:lpstr>
      <vt:lpstr>Artificial Intelligence   </vt:lpstr>
      <vt:lpstr>PowerPoint Presentation</vt:lpstr>
      <vt:lpstr>AI</vt:lpstr>
      <vt:lpstr>PowerPoint Presentation</vt:lpstr>
      <vt:lpstr>What is Artificial Intelligence</vt:lpstr>
      <vt:lpstr>What is Artificial Intelligence</vt:lpstr>
      <vt:lpstr>What is Artificial Intelligence</vt:lpstr>
      <vt:lpstr>What is AI</vt:lpstr>
      <vt:lpstr>Scope and view of AI</vt:lpstr>
      <vt:lpstr>Acting Humanly: Turing Test</vt:lpstr>
      <vt:lpstr>Acting Humanly: Turing Test</vt:lpstr>
      <vt:lpstr>Thinking Humanly: Cognitive Modeling</vt:lpstr>
      <vt:lpstr>Thinking Humanly: Cognitive Modeling</vt:lpstr>
      <vt:lpstr>Thinking Rationally: “Laws of Thought"</vt:lpstr>
      <vt:lpstr>Thinking Rationally: “Laws of Thought"</vt:lpstr>
      <vt:lpstr>Acting Rationally: Rational Agent</vt:lpstr>
      <vt:lpstr>Rational Agents</vt:lpstr>
      <vt:lpstr>Rational Agents</vt:lpstr>
      <vt:lpstr>Approaches to AI</vt:lpstr>
      <vt:lpstr>Approaches to AI</vt:lpstr>
      <vt:lpstr>Approaches to AI</vt:lpstr>
      <vt:lpstr>Typical AI problems </vt:lpstr>
      <vt:lpstr>Typical AI problems </vt:lpstr>
      <vt:lpstr>Intelligent Behaviour </vt:lpstr>
      <vt:lpstr>AI – DOs </vt:lpstr>
      <vt:lpstr>AI – DON’Ts</vt:lpstr>
      <vt:lpstr>Broad Categories of AI</vt:lpstr>
      <vt:lpstr>AI Areas</vt:lpstr>
      <vt:lpstr>How - AI Languages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 Businesses to Start Now!</dc:title>
  <dc:subject/>
  <dc:creator>M Babar Yaqoob Khan</dc:creator>
  <cp:keywords/>
  <dc:description/>
  <cp:lastModifiedBy>Dr. Sajid</cp:lastModifiedBy>
  <cp:revision>284</cp:revision>
  <cp:lastPrinted>2017-10-19T07:27:59Z</cp:lastPrinted>
  <dcterms:created xsi:type="dcterms:W3CDTF">2010-05-28T00:09:10Z</dcterms:created>
  <dcterms:modified xsi:type="dcterms:W3CDTF">2025-09-25T09:47:52Z</dcterms:modified>
  <cp:category/>
</cp:coreProperties>
</file>